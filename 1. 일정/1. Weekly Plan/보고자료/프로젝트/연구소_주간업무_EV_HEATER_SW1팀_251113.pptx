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20"/>
  </p:notesMasterIdLst>
  <p:handoutMasterIdLst>
    <p:handoutMasterId r:id="rId21"/>
  </p:handoutMasterIdLst>
  <p:sldIdLst>
    <p:sldId id="1005" r:id="rId2"/>
    <p:sldId id="1013" r:id="rId3"/>
    <p:sldId id="1012" r:id="rId4"/>
    <p:sldId id="1010" r:id="rId5"/>
    <p:sldId id="958" r:id="rId6"/>
    <p:sldId id="997" r:id="rId7"/>
    <p:sldId id="998" r:id="rId8"/>
    <p:sldId id="994" r:id="rId9"/>
    <p:sldId id="1004" r:id="rId10"/>
    <p:sldId id="1000" r:id="rId11"/>
    <p:sldId id="1001" r:id="rId12"/>
    <p:sldId id="1002" r:id="rId13"/>
    <p:sldId id="1003" r:id="rId14"/>
    <p:sldId id="1006" r:id="rId15"/>
    <p:sldId id="1007" r:id="rId16"/>
    <p:sldId id="1008" r:id="rId17"/>
    <p:sldId id="1009" r:id="rId18"/>
    <p:sldId id="1011" r:id="rId19"/>
  </p:sldIdLst>
  <p:sldSz cx="9144000" cy="6858000" type="screen4x3"/>
  <p:notesSz cx="6802438" cy="9934575"/>
  <p:embeddedFontLst>
    <p:embeddedFont>
      <p:font typeface="굴림" panose="020B0600000101010101" pitchFamily="34" charset="-127"/>
      <p:regular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  <p:embeddedFont>
      <p:font typeface="맑은 고딕" panose="020B0503020000020004" pitchFamily="34" charset="-127"/>
      <p:regular r:id="rId27"/>
      <p:bold r:id="rId28"/>
    </p:embeddedFont>
    <p:embeddedFont>
      <p:font typeface="Lucida Sans Unicode" panose="020B0602030504020204" pitchFamily="34" charset="0"/>
      <p:regular r:id="rId2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5644" autoAdjust="0"/>
  </p:normalViewPr>
  <p:slideViewPr>
    <p:cSldViewPr snapToObjects="1">
      <p:cViewPr varScale="1">
        <p:scale>
          <a:sx n="99" d="100"/>
          <a:sy n="99" d="100"/>
        </p:scale>
        <p:origin x="4008" y="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816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9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3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96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583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864082"/>
              </p:ext>
            </p:extLst>
          </p:nvPr>
        </p:nvGraphicFramePr>
        <p:xfrm>
          <a:off x="215899" y="692697"/>
          <a:ext cx="8676581" cy="544368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9/4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OK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적용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시스템팀 내부 협의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요청 수신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(11/5)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LP2 5EA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전량 사이버 보안 적용 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 요청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긴급 회의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현대자동차 남양연구소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권병수 상무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박철효 수석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김민수 선임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현주영 수석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증대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(10mm)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방열핀 산수 증대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두께 증대 검토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스톤 작동 저항 축소 및 증대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10/31 ~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(~11/14)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10715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318697"/>
              </p:ext>
            </p:extLst>
          </p:nvPr>
        </p:nvGraphicFramePr>
        <p:xfrm>
          <a:off x="215899" y="692697"/>
          <a:ext cx="8676581" cy="426962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 본관 회의실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조직도 및 일정 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현황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2026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ASPICE 4.0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대한 확답 수신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ASIPE 4.0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심사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H/W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미진행  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POA (Pontential of Analysis)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심사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(SPQA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진행 할 수 있는 조직에 대한 심사 추가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월중 설명회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2026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우리산업 프로젝트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차사에 해당하는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Part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미대상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차사에 해당 하는 모델 심사 대상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대상 여부는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중 설명회 진행 후 확정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H/W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진행 불가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 H/W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Five Star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인하여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참여 인력 부족하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팀에서 주관을 하고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하는 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법에 한 안건 제시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52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877318"/>
              </p:ext>
            </p:extLst>
          </p:nvPr>
        </p:nvGraphicFramePr>
        <p:xfrm>
          <a:off x="215899" y="556175"/>
          <a:ext cx="8676581" cy="633737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6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1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Valve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검토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건우 솔루션 계약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이관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자금 집행 건 관련하여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기안 상신 계약서와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 시점 계약서 상이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확인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 제안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건우 계약 지연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지연에 따른 일정 조율 제안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SysRS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Review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11/11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SysRS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Review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11/14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2751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7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상승 평가 진행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결과 분석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정확도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구축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커바이져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각도지그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각도 측정 환경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Window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시뮬레이션 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정확도 평가 및 각도 측정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각도 측정 기능 구현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Kvaser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통신 기능 구현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LDF Parser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기능 구현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방법 구상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방법 구상 완료 후 자동 시뮬레이션 프로그램 설계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(~11/21)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60066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537076"/>
              </p:ext>
            </p:extLst>
          </p:nvPr>
        </p:nvGraphicFramePr>
        <p:xfrm>
          <a:off x="4860032" y="1124744"/>
          <a:ext cx="657504" cy="554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60032" y="1124744"/>
                        <a:ext cx="657504" cy="554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999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16709" y="3068960"/>
            <a:ext cx="38059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Air PTC Heater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32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283971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25.07.05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01673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적용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시스템팀 내부 협의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요청 수신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(11/5)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QV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LP2 5EA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전량 사이버 보안 적용 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 요청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 완료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(~11/10)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26.03.30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01148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합동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9/4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상태에서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OK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- 11/18(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~ 11/20(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리워크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국내 트립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(HKMC)</a:t>
                      </a: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- 11/25(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~ 11/26(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트립 평가 후 실차 난방 평가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열에너지시험팀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위한 기능 시험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체크리스트에 준한 기능 시험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LHD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</a:t>
                      </a: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RHD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기구팀 한온 출장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수령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29227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긴급 회의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현대자동차 남양연구소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권병수 상무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박철효 수석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김민수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현주영 수석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패키지 증대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(10mm)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방열핀 산수 증대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두께 증대 검토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스톤 작동 저항 축소 및 증대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37233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01108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사양서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(~11/14)</a:t>
                      </a:r>
                    </a:p>
                    <a:p>
                      <a:pPr latinLnBrk="0"/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고장진단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사양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체크리스트 확인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및 갱신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1779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873925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31272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회의에 따른 일본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Suzuki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 출장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11/16 ~ 11/18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계획서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안건 작성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5586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본관 회의실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조직도 및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현황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2026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ASPICE 4.0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대한 확답 수신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ASIPE 4.0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심사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H/W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미진행  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POA (Pontential of Analysis)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심사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(SPQA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진행 할 수 있는 조직에 대한 심사 추가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월중 설명회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2026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우리산업 프로젝트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차사에 해당하는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Part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미대상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- 1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차사에 해당 하는 모델 심사 대상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대상 여부는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중 설명회 진행 후 확정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H/W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진행 불가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 H/W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Five Star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인하여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영역 참여 인력 부족하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팀에서 주관을 하고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하는 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법에 한 안건 제시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3866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07904" y="3140968"/>
            <a:ext cx="20649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35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4585"/>
              </p:ext>
            </p:extLst>
          </p:nvPr>
        </p:nvGraphicFramePr>
        <p:xfrm>
          <a:off x="11059" y="536956"/>
          <a:ext cx="9097445" cy="612049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요청에 따른 시험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상승 평가 진행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결과 분석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(~11/14)</a:t>
                      </a: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정확도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구축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커바이져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각도지그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각도 측정 환경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Window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시뮬레이션 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정확도 평가 및 각도 측정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각도 측정 기능 구현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Kvaser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통신 기능 구현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LDF Parser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기능 구현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방법 구상 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방법 구상 완료 후 자동 시뮬레이션 프로그램 설계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 (~11/21)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28503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7317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(11/07~11/13)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(11/14~11/20)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건우 솔루션 계약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SYSTEM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이관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자금 집행 건 관련하여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기안 상신 계약서와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 시점 계약서 상이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확인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 제안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건우 계약 지연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지연에 따른 일정 조율 제안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SysRS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Review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11/11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SysRS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Review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11/14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27.2.1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200437"/>
              </p:ext>
            </p:extLst>
          </p:nvPr>
        </p:nvGraphicFramePr>
        <p:xfrm>
          <a:off x="2185246" y="1697107"/>
          <a:ext cx="657504" cy="554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85246" y="1697107"/>
                        <a:ext cx="657504" cy="554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610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16000</TotalTime>
  <Words>2260</Words>
  <Application>Microsoft Office PowerPoint</Application>
  <PresentationFormat>화면 슬라이드 쇼(4:3)</PresentationFormat>
  <Paragraphs>546</Paragraphs>
  <Slides>18</Slides>
  <Notes>17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Wingdings</vt:lpstr>
      <vt:lpstr>Arial</vt:lpstr>
      <vt:lpstr>굴림</vt:lpstr>
      <vt:lpstr>Verdana</vt:lpstr>
      <vt:lpstr>맑은 고딕</vt:lpstr>
      <vt:lpstr>Lucida Sans Unicode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6233</cp:revision>
  <dcterms:created xsi:type="dcterms:W3CDTF">2019-10-24T04:42:23Z</dcterms:created>
  <dcterms:modified xsi:type="dcterms:W3CDTF">2025-11-12T12:35:49Z</dcterms:modified>
  <cp:version/>
</cp:coreProperties>
</file>