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21"/>
  </p:notesMasterIdLst>
  <p:handoutMasterIdLst>
    <p:handoutMasterId r:id="rId22"/>
  </p:handoutMasterIdLst>
  <p:sldIdLst>
    <p:sldId id="1014" r:id="rId2"/>
    <p:sldId id="1012" r:id="rId3"/>
    <p:sldId id="1010" r:id="rId4"/>
    <p:sldId id="958" r:id="rId5"/>
    <p:sldId id="997" r:id="rId6"/>
    <p:sldId id="998" r:id="rId7"/>
    <p:sldId id="994" r:id="rId8"/>
    <p:sldId id="1004" r:id="rId9"/>
    <p:sldId id="1000" r:id="rId10"/>
    <p:sldId id="1001" r:id="rId11"/>
    <p:sldId id="1002" r:id="rId12"/>
    <p:sldId id="1003" r:id="rId13"/>
    <p:sldId id="1006" r:id="rId14"/>
    <p:sldId id="1007" r:id="rId15"/>
    <p:sldId id="1016" r:id="rId16"/>
    <p:sldId id="1008" r:id="rId17"/>
    <p:sldId id="1009" r:id="rId18"/>
    <p:sldId id="1011" r:id="rId19"/>
    <p:sldId id="1015" r:id="rId20"/>
  </p:sldIdLst>
  <p:sldSz cx="9144000" cy="6858000" type="screen4x3"/>
  <p:notesSz cx="6802438" cy="9934575"/>
  <p:embeddedFontLst>
    <p:embeddedFont>
      <p:font typeface="맑은 고딕" panose="020B0503020000020004" pitchFamily="50" charset="-127"/>
      <p:regular r:id="rId23"/>
      <p:bold r:id="rId24"/>
    </p:embeddedFont>
    <p:embeddedFont>
      <p:font typeface="굴림" panose="020B0600000101010101" pitchFamily="50" charset="-127"/>
      <p:regular r:id="rId25"/>
    </p:embeddedFont>
    <p:embeddedFont>
      <p:font typeface="현대하모니 M" panose="02020603020101020101" pitchFamily="18" charset="-127"/>
      <p:regular r:id="rId26"/>
    </p:embeddedFont>
    <p:embeddedFont>
      <p:font typeface="Lucida Sans Unicode" panose="020B0602030504020204" pitchFamily="34" charset="0"/>
      <p:regular r:id="rId27"/>
    </p:embeddedFont>
    <p:embeddedFont>
      <p:font typeface="Verdana" panose="020B0604030504040204" pitchFamily="34" charset="0"/>
      <p:regular r:id="rId28"/>
      <p:bold r:id="rId29"/>
      <p:italic r:id="rId30"/>
      <p:boldItalic r:id="rId31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02" autoAdjust="0"/>
    <p:restoredTop sz="94813" autoAdjust="0"/>
  </p:normalViewPr>
  <p:slideViewPr>
    <p:cSldViewPr snapToObjects="1">
      <p:cViewPr varScale="1">
        <p:scale>
          <a:sx n="163" d="100"/>
          <a:sy n="163" d="100"/>
        </p:scale>
        <p:origin x="4488" y="120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2025-11-26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40935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3099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5805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5637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4969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583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7C94E65-097A-4CA0-B953-83BB7887CD73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33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2.bin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844142"/>
              </p:ext>
            </p:extLst>
          </p:nvPr>
        </p:nvGraphicFramePr>
        <p:xfrm>
          <a:off x="215899" y="616619"/>
          <a:ext cx="8676581" cy="6155327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030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734305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998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2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- 11/26(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난방 평가 진행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남양연구소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B1-7 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열에너지차량시험팀 주관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디프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모드 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토출부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3.6℃ (Pass)</a:t>
                      </a:r>
                      <a:endParaRPr lang="ko-KR" altLang="en-US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    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 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1.9℃ ~ 3℃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 수렴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(Pass)</a:t>
                      </a:r>
                      <a:endParaRPr lang="ko-KR" altLang="en-US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    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 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 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0.4℃ ~ 1.5℃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 수렴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(Pass)</a:t>
                      </a:r>
                    </a:p>
                    <a:p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첫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 종료 시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실내 온도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이상 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요구</a:t>
                      </a:r>
                      <a:endParaRPr lang="en-US" altLang="ko-KR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19.2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℃로 난방 성능 만족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(Pass)</a:t>
                      </a:r>
                      <a:endParaRPr lang="en-US" altLang="ko-KR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</a:t>
                      </a: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~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최대</a:t>
                      </a:r>
                      <a:endParaRPr lang="en-US" altLang="ko-KR" sz="1000" b="0" kern="1200" dirty="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 err="1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난방평가</a:t>
                      </a:r>
                      <a:endParaRPr lang="en-US" altLang="ko-KR" sz="1000" b="0" kern="1200" baseline="0" dirty="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baseline="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만족</a:t>
                      </a:r>
                      <a:r>
                        <a:rPr lang="en-US" altLang="ko-KR" sz="1000" b="0" kern="1200" baseline="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baseline="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좌우</a:t>
                      </a:r>
                      <a:endParaRPr lang="en-US" altLang="ko-KR" sz="1000" b="0" kern="1200" baseline="0" dirty="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baseline="0" dirty="0" err="1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온도편차</a:t>
                      </a:r>
                      <a:r>
                        <a:rPr lang="ko-KR" altLang="en-US" sz="1000" b="0" kern="1200" baseline="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kern="1200" baseline="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OK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MX5a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긴급 회의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현대자동차 남양연구소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권병수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상무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박철효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수석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김민수 선임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현주영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수석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결과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패키지 증대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(10mm)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방열핀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산수 증대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두께 증대 검토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회의 후 패키지 증대 불가 회신 됨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.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PTC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스톤 작동 저항 축소 및 증대 검토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상황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Stone (190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S/W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팀으로 시료 전달 예정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(12/18)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10/31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HMC </a:t>
                      </a: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사양배포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오류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000" b="0" kern="1200" dirty="0" err="1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MVa</a:t>
                      </a:r>
                      <a:r>
                        <a:rPr lang="en-US" altLang="ko-KR" sz="1000" b="0" kern="1200" baseline="0" dirty="0">
                          <a:solidFill>
                            <a:srgbClr val="0000FF"/>
                          </a:solidFill>
                          <a:latin typeface="맑은 고딕"/>
                          <a:ea typeface="+mn-ea"/>
                          <a:cs typeface="+mn-cs"/>
                        </a:rPr>
                        <a:t> CO)</a:t>
                      </a:r>
                      <a:endParaRPr lang="en-US" altLang="ko-KR" sz="1000" b="0" kern="1200" dirty="0">
                        <a:solidFill>
                          <a:srgbClr val="0000FF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NX5e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12/05)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ES95480-00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12/05)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- ES95411-00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12/05)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12/05)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12/05)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BJ1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업무 대응에 따른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완료 일정 연기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8210715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SX3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MAN3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(ASPICE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진행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ASI 4.0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기반으로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 Package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공수 산정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ASI 4.0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기반으로 업데이트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월중 설명회 예정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654097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ko-KR" altLang="en-US" sz="2100" b="1" dirty="0">
                <a:latin typeface="+mn-ea"/>
                <a:ea typeface="+mn-ea"/>
              </a:rPr>
              <a:t> 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987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701560"/>
              </p:ext>
            </p:extLst>
          </p:nvPr>
        </p:nvGraphicFramePr>
        <p:xfrm>
          <a:off x="215899" y="556175"/>
          <a:ext cx="8676581" cy="5988021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4158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93352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72600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1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9473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23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4Way</a:t>
                      </a:r>
                      <a:r>
                        <a:rPr lang="en-US" altLang="ko-KR" sz="1000" b="0" kern="1200" baseline="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Valve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오픈된 미해결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7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검토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완료 후 내용 정리 하여 으로 전달하여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SysRS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수정 요청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건우 솔루션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11/25)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미해결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고장 로그저장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MCU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고장 진단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장기 이슈로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명화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오픈되어진 이슈 외 요구 사항대비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상이한 부분 다수 발생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상태 관리가 요구 사항과 전혀 일치 하지 않아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(11/23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이내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 사항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SysRS, SysADS, SysTP, SwTP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daily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완료시 까지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명화 공업에서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제출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11/21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: Draft Version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: S/W Release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버전으로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12/5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163515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JG1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용 프로그램 선 배포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대영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(11/12~)          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완제품 평택공장 입고일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기능 테스트 완료 하여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개선 시 평택 공장 방문하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수량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1,840EA)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2, 3</a:t>
                      </a:r>
                      <a:r>
                        <a:rPr kumimoji="1" lang="ko-KR" altLang="en-US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번 이슈 해결 후 적용 하여 대응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JG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캐리오버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RS4PE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차량에서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 이슈 접수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남양연구소 방문하여 분석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(11/18~11/19)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[1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검토 결과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RS4PE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내연기관 차량에서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시동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B+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전압 강하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(12V  6~7V)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내부에서 재현하여 원인 분석 진행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(11/26)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JG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차량에서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 이슈 접수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번 항목과 동일 증상 인지 원인분석차 울산현대차 방문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방문일자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11/26~11/27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최은혁 전임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김진겸 사원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60066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graphicFrame>
        <p:nvGraphicFramePr>
          <p:cNvPr id="3" name="개체 2">
            <a:hlinkClick r:id="" action="ppaction://ole?verb=0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704235"/>
              </p:ext>
            </p:extLst>
          </p:nvPr>
        </p:nvGraphicFramePr>
        <p:xfrm>
          <a:off x="5508104" y="4797152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7" name="프레젠테이션" showAsIcon="1" r:id="rId4" imgW="914400" imgH="771480" progId="PowerPoint.Show.12">
                  <p:embed/>
                </p:oleObj>
              </mc:Choice>
              <mc:Fallback>
                <p:oleObj name="프레젠테이션" showAsIcon="1" r:id="rId4" imgW="914400" imgH="771480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508104" y="4797152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9999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/>
        </p:nvSpPr>
        <p:spPr bwMode="auto">
          <a:xfrm>
            <a:off x="2816709" y="3068960"/>
            <a:ext cx="380597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Air PTC Heater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329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470089"/>
              </p:ext>
            </p:extLst>
          </p:nvPr>
        </p:nvGraphicFramePr>
        <p:xfrm>
          <a:off x="47211" y="764704"/>
          <a:ext cx="9073008" cy="557529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타 프로젝트 진행에 따른 지연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Detail Design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96%)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SWE2, SWE3, S/W TEST Result ALM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병행 등록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(~11/21)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SX3 Forword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진행에 따른 업무 과부하로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프로젝트는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미흡한 내용 작성 및 최종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기준으로 작업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후속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725795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25.07.05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25.03.15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Pre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125272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시험용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11/15 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평택공장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70EA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슬로바키아 법인에서 보유중인 재고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샘플 생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산함에 따른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Rewriting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26.03.30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26.06.30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25.06.30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138307"/>
              </p:ext>
            </p:extLst>
          </p:nvPr>
        </p:nvGraphicFramePr>
        <p:xfrm>
          <a:off x="11059" y="536956"/>
          <a:ext cx="9097445" cy="615097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- 11/26(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난방 평가 진행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열에너지시험팀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디프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모드 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토출부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3.6℃ (Pass)</a:t>
                      </a:r>
                      <a:endParaRPr lang="ko-KR" altLang="en-US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    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 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1.9℃ ~ 3℃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(Pass)</a:t>
                      </a:r>
                      <a:endParaRPr lang="ko-KR" altLang="en-US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    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 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열 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 편차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0.4℃ ~ 1.5℃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(Pass)</a:t>
                      </a:r>
                    </a:p>
                    <a:p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첫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플로어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모드 종료 시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실내 온도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19℃ 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이상 요구 기준</a:t>
                      </a:r>
                      <a:endParaRPr lang="en-US" altLang="ko-KR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19.2</a:t>
                      </a:r>
                      <a:r>
                        <a:rPr lang="ko-KR" altLang="en-US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℃로 난방 성능 만족</a:t>
                      </a:r>
                      <a:r>
                        <a:rPr lang="en-US" altLang="ko-KR" sz="1000" b="1" i="0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(Pass)</a:t>
                      </a:r>
                      <a:endParaRPr lang="en-US" altLang="ko-KR" sz="1000" b="1" i="0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PV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시험용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11/15 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평택공장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20EA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슬로바키아 법인에서 보유중인 재고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샘플 생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산함에 따른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Rewriting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IGBT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분석 위한 남양연구소 방문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IGBT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문제 접수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분석 결과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히터 동작 시 과전류에 따른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IGBT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 Main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라인에서 생산 중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JOIN PCB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 납 흘러내림으로 인한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문제 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25.04.15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16213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성능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긴급 회의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11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현대자동차 남양연구소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권병수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상무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박철효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수석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김민수 선임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현주영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수석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결과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패키지 증대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(10mm)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방열핀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산수 증대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두께 증대 검토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회의 후 패키지 증대 불가 회신 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.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PTC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스톤 작동 저항 축소 및 증대 검토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상황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Stone (190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R/T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커브 기울기 조정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산수 최대 증대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팀으로 시료 전달 예정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(12/18)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26.04.01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26.10.01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27.04.15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59382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1230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(~12/05)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ES95480-00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사양서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(~12/05)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 - 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(~12/05)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(~12/05)</a:t>
                      </a: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(~12/05)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BJ1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업무 대응에 따른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완료 일정 연기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고장진단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사양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체크리스트 확인 및 갱신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25.06.01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26.08.15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27.05.01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66137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24.10.15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25.07.15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24.08.31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383584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24.12.15</a:t>
              </a: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25.09.30</a:t>
              </a: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26.02.01</a:t>
              </a: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26.04.20</a:t>
              </a: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25.11.15</a:t>
              </a: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28154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LIN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스펙 최종 확인 진행 중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고객사로 현재까지 협의된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 SPEC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(11/26)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1827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MAN3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영역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(ASPICE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진행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ASI 4.0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기반으로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 Package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공수 산정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ASI 4.0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기반으로 업데이트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62864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52118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설명회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(11/26)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CAN High Speed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CAN FD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 변경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- CAN FD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용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DBC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적용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XV1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98065836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3707904" y="3140968"/>
            <a:ext cx="2064924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buNone/>
              <a:defRPr/>
            </a:pPr>
            <a:r>
              <a:rPr lang="en-US" altLang="ko-KR" sz="4000" b="1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MOTOR</a:t>
            </a:r>
            <a:endParaRPr kumimoji="1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135979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74982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P2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용 프로그램 선 배포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대영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 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생산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(11/12~)            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 배포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P2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완제품 평택공장 입고일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12/12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기능 테스트 완료 하여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개선 시 평택 공장 방문하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 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 수량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1,840EA)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2, 3</a:t>
                      </a:r>
                      <a:r>
                        <a:rPr kumimoji="1" lang="ko-KR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번 이슈 해결 후 적용 하여 대응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JG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캐리오버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RS4PE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차량에서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 이슈 접수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남양연구소 방문하여 분석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(11/18~11/19)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[1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검토 결과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RS4PE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내연기관 차량에서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시동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B+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전압 강하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(12V  6~7V)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내부에서 재현하여 원인 분석 진행 예정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(11/20~21)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JG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차량에서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Stall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 이슈 접수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- 2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번 항목과 동일 증상 인지 원인분석차 울산현대차 방문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방문일자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11/26~11/27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최은혁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전임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김진겸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사원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요청에 따른 시험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최은혁 전임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26.1.15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516839" y="542753"/>
            <a:ext cx="1045724" cy="519163"/>
            <a:chOff x="0" y="135732"/>
            <a:chExt cx="604837" cy="495592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79947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728503841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96843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(11/21~11/27)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(11/28~12/05)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오픈된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미해결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7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검토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 후 내용 정리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하여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전달하여 </a:t>
                      </a:r>
                      <a:r>
                        <a:rPr kumimoji="1" lang="en-US" altLang="ko-KR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SysRS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수정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건우 솔루션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11/25)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미해결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고장 로그저장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MCU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고장 진단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장기 이슈로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명화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오픈되어진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이슈 외 요구 사항대비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상이한 부분 다수 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상태 관리가 요구 사항과 전혀 일치 하지 않아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수정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(11/23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이내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진행 사항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-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SysRS, SysADS, SysTP, SwTP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리뷰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daily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완료시 까지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명화 공업에서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ES253EE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제출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11/21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Draft Version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산출물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: S/W Release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버전으로 배포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: 12/5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ES253EE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  - 1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월 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차 진행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25.8.1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27.2.1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2" name="개체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216104"/>
              </p:ext>
            </p:extLst>
          </p:nvPr>
        </p:nvGraphicFramePr>
        <p:xfrm>
          <a:off x="2412134" y="1628800"/>
          <a:ext cx="657504" cy="5547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6" name="워크시트" showAsIcon="1" r:id="rId4" imgW="914400" imgH="771480" progId="Excel.Sheet.12">
                  <p:embed/>
                </p:oleObj>
              </mc:Choice>
              <mc:Fallback>
                <p:oleObj name="워크시트" showAsIcon="1" r:id="rId4" imgW="91440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12134" y="1628800"/>
                        <a:ext cx="657504" cy="5547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26108564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/>
          </p:cNvSpPr>
          <p:nvPr/>
        </p:nvSpPr>
        <p:spPr bwMode="auto">
          <a:xfrm>
            <a:off x="176506" y="7775"/>
            <a:ext cx="6879981" cy="468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400" tIns="44200" rIns="88400" bIns="44200" anchor="ctr"/>
          <a:lstStyle/>
          <a:p>
            <a:pPr algn="l">
              <a:spcBef>
                <a:spcPct val="0"/>
              </a:spcBef>
            </a:pPr>
            <a:r>
              <a:rPr lang="en-US" altLang="ko-KR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EV Heater </a:t>
            </a:r>
            <a:r>
              <a:rPr lang="en-US" altLang="ko-KR" sz="2400" dirty="0" smtClean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S/W 1</a:t>
            </a:r>
            <a:r>
              <a:rPr lang="ko-KR" altLang="en-US" sz="2400" dirty="0" smtClean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팀 업무분장</a:t>
            </a:r>
            <a:endParaRPr lang="ko-KR" altLang="en-US" sz="2400" dirty="0">
              <a:solidFill>
                <a:srgbClr val="000000"/>
              </a:solidFill>
              <a:latin typeface="현대하모니 M" pitchFamily="18" charset="-127"/>
              <a:ea typeface="현대하모니 M" pitchFamily="18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73478"/>
              </p:ext>
            </p:extLst>
          </p:nvPr>
        </p:nvGraphicFramePr>
        <p:xfrm>
          <a:off x="3203848" y="639727"/>
          <a:ext cx="2592288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오세영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팀장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팀 관리 업무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. Air PTC SW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 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- Suzuki, VX3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Act’r/Valve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3285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13406"/>
              </p:ext>
            </p:extLst>
          </p:nvPr>
        </p:nvGraphicFramePr>
        <p:xfrm>
          <a:off x="1122973" y="3854911"/>
          <a:ext cx="1907290" cy="119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65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임제훈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216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SVm, BJ1, NX5e, HE1i,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 AY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SU2i, KY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448762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40663"/>
              </p:ext>
            </p:extLst>
          </p:nvPr>
        </p:nvGraphicFramePr>
        <p:xfrm>
          <a:off x="1122973" y="2530955"/>
          <a:ext cx="1907290" cy="1126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59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조현진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전임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0622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SX3e, NEaW, MX5a, QV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MVa, Nea, Mea, Cva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952399"/>
              </p:ext>
            </p:extLst>
          </p:nvPr>
        </p:nvGraphicFramePr>
        <p:xfrm>
          <a:off x="5977078" y="2516911"/>
          <a:ext cx="1907290" cy="100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79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최은혁 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22984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Actuator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JG1, RS4PE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cxnSp>
        <p:nvCxnSpPr>
          <p:cNvPr id="17" name="꺾인 연결선 16"/>
          <p:cNvCxnSpPr>
            <a:stCxn id="8" idx="0"/>
            <a:endCxn id="7" idx="2"/>
          </p:cNvCxnSpPr>
          <p:nvPr/>
        </p:nvCxnSpPr>
        <p:spPr bwMode="auto">
          <a:xfrm rot="5400000" flipH="1" flipV="1">
            <a:off x="4049548" y="2075948"/>
            <a:ext cx="900635" cy="524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꺾인 연결선 17"/>
          <p:cNvCxnSpPr>
            <a:stCxn id="14" idx="0"/>
            <a:endCxn id="7" idx="2"/>
          </p:cNvCxnSpPr>
          <p:nvPr/>
        </p:nvCxnSpPr>
        <p:spPr bwMode="auto">
          <a:xfrm rot="16200000" flipV="1">
            <a:off x="5272277" y="858464"/>
            <a:ext cx="888659" cy="242823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꺾인 연결선 18"/>
          <p:cNvCxnSpPr>
            <a:stCxn id="13" idx="0"/>
            <a:endCxn id="7" idx="2"/>
          </p:cNvCxnSpPr>
          <p:nvPr/>
        </p:nvCxnSpPr>
        <p:spPr bwMode="auto">
          <a:xfrm rot="5400000" flipH="1" flipV="1">
            <a:off x="2838201" y="866669"/>
            <a:ext cx="902704" cy="2425870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274422"/>
              </p:ext>
            </p:extLst>
          </p:nvPr>
        </p:nvGraphicFramePr>
        <p:xfrm>
          <a:off x="5977078" y="3854911"/>
          <a:ext cx="1907290" cy="116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572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김강일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912057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- 4Way/6Way Valve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831328"/>
              </p:ext>
            </p:extLst>
          </p:nvPr>
        </p:nvGraphicFramePr>
        <p:xfrm>
          <a:off x="3537752" y="2531619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김진겸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Air PTC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Motor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ES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987824" y="6381908"/>
            <a:ext cx="3329758" cy="215444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* 26</a:t>
            </a:r>
            <a:r>
              <a:rPr lang="ko-KR" altLang="en-US" sz="800" b="1" dirty="0"/>
              <a:t>년 현대 </a:t>
            </a:r>
            <a:r>
              <a:rPr lang="en-US" altLang="ko-KR" sz="800" b="1" dirty="0"/>
              <a:t>2</a:t>
            </a:r>
            <a:r>
              <a:rPr lang="ko-KR" altLang="en-US" sz="800" b="1" dirty="0" err="1"/>
              <a:t>챔버</a:t>
            </a:r>
            <a:r>
              <a:rPr lang="ko-KR" altLang="en-US" sz="800" b="1" dirty="0"/>
              <a:t> </a:t>
            </a:r>
            <a:r>
              <a:rPr lang="ko-KR" altLang="en-US" sz="800" b="1" dirty="0" err="1"/>
              <a:t>수가열</a:t>
            </a:r>
            <a:r>
              <a:rPr lang="ko-KR" altLang="en-US" sz="800" b="1" dirty="0"/>
              <a:t> 히터</a:t>
            </a:r>
            <a:r>
              <a:rPr lang="en-US" altLang="ko-KR" sz="800" b="1" dirty="0"/>
              <a:t>/ Ford Air PTC </a:t>
            </a:r>
            <a:r>
              <a:rPr lang="ko-KR" altLang="en-US" sz="800" b="1" dirty="0"/>
              <a:t>수주 시 충원 </a:t>
            </a:r>
            <a:r>
              <a:rPr lang="en-US" altLang="ko-KR" sz="800" b="1" dirty="0"/>
              <a:t>2</a:t>
            </a:r>
            <a:r>
              <a:rPr lang="ko-KR" altLang="en-US" sz="800" b="1" dirty="0"/>
              <a:t>명 계획 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22973" y="5121559"/>
            <a:ext cx="189968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PTC</a:t>
            </a:r>
            <a:endParaRPr lang="ko-KR" altLang="en-US" sz="1200"/>
          </a:p>
        </p:txBody>
      </p:sp>
      <p:sp>
        <p:nvSpPr>
          <p:cNvPr id="20" name="직사각형 19"/>
          <p:cNvSpPr/>
          <p:nvPr/>
        </p:nvSpPr>
        <p:spPr>
          <a:xfrm>
            <a:off x="5977078" y="5113551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Motor</a:t>
            </a:r>
            <a:endParaRPr lang="ko-KR" altLang="en-US" sz="1200"/>
          </a:p>
        </p:txBody>
      </p:sp>
      <p:sp>
        <p:nvSpPr>
          <p:cNvPr id="21" name="직사각형 20"/>
          <p:cNvSpPr/>
          <p:nvPr/>
        </p:nvSpPr>
        <p:spPr>
          <a:xfrm>
            <a:off x="3537752" y="5117903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공통업무</a:t>
            </a:r>
            <a:endParaRPr lang="en-US" altLang="ko-KR" sz="1200"/>
          </a:p>
        </p:txBody>
      </p:sp>
    </p:spTree>
    <p:extLst>
      <p:ext uri="{BB962C8B-B14F-4D97-AF65-F5344CB8AC3E}">
        <p14:creationId xmlns:p14="http://schemas.microsoft.com/office/powerpoint/2010/main" val="2793394040"/>
      </p:ext>
    </p:extLst>
  </p:cSld>
  <p:clrMapOvr>
    <a:masterClrMapping/>
  </p:clrMapOvr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16225</TotalTime>
  <Words>2020</Words>
  <Application>Microsoft Office PowerPoint</Application>
  <PresentationFormat>화면 슬라이드 쇼(4:3)</PresentationFormat>
  <Paragraphs>580</Paragraphs>
  <Slides>19</Slides>
  <Notes>18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19</vt:i4>
      </vt:variant>
    </vt:vector>
  </HeadingPairs>
  <TitlesOfParts>
    <vt:vector size="29" baseType="lpstr">
      <vt:lpstr>맑은 고딕</vt:lpstr>
      <vt:lpstr>Arial</vt:lpstr>
      <vt:lpstr>굴림</vt:lpstr>
      <vt:lpstr>현대하모니 M</vt:lpstr>
      <vt:lpstr>Wingdings</vt:lpstr>
      <vt:lpstr>Lucida Sans Unicode</vt:lpstr>
      <vt:lpstr>Verdana</vt:lpstr>
      <vt:lpstr>제안서 템플릿</vt:lpstr>
      <vt:lpstr>프레젠테이션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WOORY</cp:lastModifiedBy>
  <cp:revision>6292</cp:revision>
  <dcterms:created xsi:type="dcterms:W3CDTF">2019-10-24T04:42:23Z</dcterms:created>
  <dcterms:modified xsi:type="dcterms:W3CDTF">2025-11-26T09:53:48Z</dcterms:modified>
  <cp:version/>
</cp:coreProperties>
</file>