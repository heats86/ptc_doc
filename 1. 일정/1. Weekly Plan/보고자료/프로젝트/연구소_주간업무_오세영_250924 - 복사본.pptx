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709" r:id="rId1"/>
  </p:sldMasterIdLst>
  <p:notesMasterIdLst>
    <p:notesMasterId r:id="rId14"/>
  </p:notesMasterIdLst>
  <p:handoutMasterIdLst>
    <p:handoutMasterId r:id="rId15"/>
  </p:handoutMasterIdLst>
  <p:sldIdLst>
    <p:sldId id="1005" r:id="rId2"/>
    <p:sldId id="958" r:id="rId3"/>
    <p:sldId id="997" r:id="rId4"/>
    <p:sldId id="998" r:id="rId5"/>
    <p:sldId id="994" r:id="rId6"/>
    <p:sldId id="1004" r:id="rId7"/>
    <p:sldId id="1000" r:id="rId8"/>
    <p:sldId id="1001" r:id="rId9"/>
    <p:sldId id="1002" r:id="rId10"/>
    <p:sldId id="1003" r:id="rId11"/>
    <p:sldId id="1006" r:id="rId12"/>
    <p:sldId id="1007" r:id="rId13"/>
  </p:sldIdLst>
  <p:sldSz cx="9144000" cy="6858000" type="screen4x3"/>
  <p:notesSz cx="6802438" cy="9934575"/>
  <p:embeddedFontLst>
    <p:embeddedFont>
      <p:font typeface="굴림" panose="020B0600000101010101" pitchFamily="50" charset="-127"/>
      <p:regular r:id="rId16"/>
    </p:embeddedFont>
    <p:embeddedFont>
      <p:font typeface="Verdana" panose="020B0604030504040204" pitchFamily="34" charset="0"/>
      <p:regular r:id="rId17"/>
      <p:bold r:id="rId18"/>
      <p:italic r:id="rId19"/>
      <p:boldItalic r:id="rId20"/>
    </p:embeddedFont>
    <p:embeddedFont>
      <p:font typeface="맑은 고딕" panose="020B0503020000020004" pitchFamily="50" charset="-127"/>
      <p:regular r:id="rId21"/>
      <p:bold r:id="rId22"/>
    </p:embeddedFont>
    <p:embeddedFont>
      <p:font typeface="Lucida Sans Unicode" panose="020B0602030504020204" pitchFamily="34" charset="0"/>
      <p:regular r:id="rId23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85644" autoAdjust="0"/>
  </p:normalViewPr>
  <p:slideViewPr>
    <p:cSldViewPr snapToObjects="1">
      <p:cViewPr>
        <p:scale>
          <a:sx n="100" d="100"/>
          <a:sy n="100" d="100"/>
        </p:scale>
        <p:origin x="1662" y="-22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2025-10-01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79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949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844066"/>
              </p:ext>
            </p:extLst>
          </p:nvPr>
        </p:nvGraphicFramePr>
        <p:xfrm>
          <a:off x="215899" y="692697"/>
          <a:ext cx="8748589" cy="5229161"/>
        </p:xfrm>
        <a:graphic>
          <a:graphicData uri="http://schemas.openxmlformats.org/drawingml/2006/table">
            <a:tbl>
              <a:tblPr/>
              <a:tblGrid>
                <a:gridCol w="49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973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289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QV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항속형 차량 실차 합동 평가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9/30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환경시험동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: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평가 만족 기준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Room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</a:t>
                      </a: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시료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Room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20.8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 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--&gt; QV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항속형 차량 최대 난방 평가 문제없음을 확인함</a:t>
                      </a:r>
                    </a:p>
                    <a:p>
                      <a:r>
                        <a:rPr lang="ko-KR" altLang="en-US" sz="1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추후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SOP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 이후부터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165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 Stone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변경됨에 따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른 실차 평가는 하지 않음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       단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SVm, BJ1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문제 발생 시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QV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실차 평가 진행 예정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SPQA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심사 결과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B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등급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 후 지속적으로 업무 진행 중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위한 시료 교체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25/7/15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BJ1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  <a:tr h="5788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SVm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P1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차량 </a:t>
                      </a:r>
                      <a:endParaRPr lang="en-US" altLang="ko-KR" sz="1000" b="0" kern="1200" baseline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최대 난방 및 좌우 편차 </a:t>
                      </a:r>
                      <a:endParaRPr lang="en-US" altLang="ko-KR" sz="1000" b="0" kern="1200" baseline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최종 평가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위한 시료 교체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성능 제한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6200W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7200W SW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적용</a:t>
                      </a: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232538"/>
                  </a:ext>
                </a:extLst>
              </a:tr>
              <a:tr h="7008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SX3 ASPICE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ASPICE Pre Kick-Off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회의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(10/1)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Software Engineering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담당자 지정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 HVAC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고전압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히터 데이터 현황 점검 회의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- 10/2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화상회의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70217"/>
                  </a:ext>
                </a:extLst>
              </a:tr>
              <a:tr h="4103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5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Maruti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Suzuki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선정 완료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259162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32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993771"/>
              </p:ext>
            </p:extLst>
          </p:nvPr>
        </p:nvGraphicFramePr>
        <p:xfrm>
          <a:off x="47211" y="536957"/>
          <a:ext cx="9073008" cy="6398641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6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(10/3~10/9)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항속형 차량 실차 합동 평가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9/30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현대 남양 연구소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환경시험동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: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평가 만족 기준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Room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</a:t>
                      </a: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시료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Room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20.8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 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--&gt; QV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항속형 차량 최대 난방 평가 문제없음을 확인함</a:t>
                      </a:r>
                    </a:p>
                    <a:p>
                      <a:r>
                        <a:rPr lang="ko-KR" altLang="en-US" sz="1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추후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SOP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단계 이후부터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165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 Stone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변경됨에 따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른 실차 평가는 하지 않음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       단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SVm, BJ1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문제 발생 시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QV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실차 평가 진행 예정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성적서 제출일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시험방법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  ES95480-00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설계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사양서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100%)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  ES95411-00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80%)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요구사항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95%)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사양서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10%)</a:t>
                      </a:r>
                      <a:endParaRPr lang="ko-KR" altLang="en-US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SPQA Architecture Design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(100%)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Heating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SPQA Unit Detail Design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Monitering (100%), Communication (70%)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SPQA Unit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Heating Control (100%), Communication (50%)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536" y="570166"/>
            <a:ext cx="2472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25.07.05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Pre P#2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80095"/>
              </p:ext>
            </p:extLst>
          </p:nvPr>
        </p:nvGraphicFramePr>
        <p:xfrm>
          <a:off x="11059" y="536956"/>
          <a:ext cx="9097445" cy="5841504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10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7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(10/3~10/9)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59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위한 시료 교체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 (P1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성능 제한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6200W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7200W SW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적용</a:t>
                      </a: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17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26.03.30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26.06.30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562891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(10/3~10/9)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위한 시료 교체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</a:t>
                      </a: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30653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(10/3~10/9)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87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26.10.01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7910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(10/3~10/9)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120109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(10/3~10/9)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 여부 확인 요청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공조설계팀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 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시험방법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~11/15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ES95480-00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설계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사양서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~11/15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ES95411-00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 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~12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말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요구사항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~12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월말</a:t>
                      </a:r>
                    </a:p>
                    <a:p>
                      <a:pPr latinLnBrk="0"/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사양서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 선 감사 사이버 보안 품질팀에 의뢰 여부 확인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endParaRPr lang="ko-KR" altLang="en-US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90294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(10/3~10/9)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019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24.08.31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110546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(10/3~10/9)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26.04.20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25.05.01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12259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(10/3~10/9)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선정 완료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Maruti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Suzuki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수석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71606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(10/3~10/9)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ASPICE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프로세스에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 Kick-Off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회의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(10/1)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Software Engineering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담당자 지정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 HVAC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고전압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히터 데이터 현황 점검 회의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10/2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화상회의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6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kumimoji="0" lang="en-US" altLang="ko-KR" sz="16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94746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(9/26~10/2)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(10/3~10/9)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수석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26.5.15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26.11.1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9709858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15335</TotalTime>
  <Words>1206</Words>
  <Application>Microsoft Office PowerPoint</Application>
  <PresentationFormat>화면 슬라이드 쇼(4:3)</PresentationFormat>
  <Paragraphs>368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Wingdings</vt:lpstr>
      <vt:lpstr>Arial</vt:lpstr>
      <vt:lpstr>굴림</vt:lpstr>
      <vt:lpstr>Verdana</vt:lpstr>
      <vt:lpstr>맑은 고딕</vt:lpstr>
      <vt:lpstr>Lucida Sans Unicode</vt:lpstr>
      <vt:lpstr>제안서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6109</cp:revision>
  <dcterms:created xsi:type="dcterms:W3CDTF">2019-10-24T04:42:23Z</dcterms:created>
  <dcterms:modified xsi:type="dcterms:W3CDTF">2025-10-01T09:40:32Z</dcterms:modified>
  <cp:version/>
</cp:coreProperties>
</file>