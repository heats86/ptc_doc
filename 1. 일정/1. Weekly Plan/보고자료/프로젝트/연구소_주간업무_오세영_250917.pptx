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saveSubsetFonts="1">
  <p:sldMasterIdLst>
    <p:sldMasterId id="2147483709" r:id="rId1"/>
  </p:sldMasterIdLst>
  <p:notesMasterIdLst>
    <p:notesMasterId r:id="rId13"/>
  </p:notesMasterIdLst>
  <p:handoutMasterIdLst>
    <p:handoutMasterId r:id="rId14"/>
  </p:handoutMasterIdLst>
  <p:sldIdLst>
    <p:sldId id="1005" r:id="rId2"/>
    <p:sldId id="958" r:id="rId3"/>
    <p:sldId id="997" r:id="rId4"/>
    <p:sldId id="998" r:id="rId5"/>
    <p:sldId id="994" r:id="rId6"/>
    <p:sldId id="1004" r:id="rId7"/>
    <p:sldId id="1000" r:id="rId8"/>
    <p:sldId id="1001" r:id="rId9"/>
    <p:sldId id="1002" r:id="rId10"/>
    <p:sldId id="1003" r:id="rId11"/>
    <p:sldId id="1006" r:id="rId12"/>
  </p:sldIdLst>
  <p:sldSz cx="9144000" cy="6858000" type="screen4x3"/>
  <p:notesSz cx="6802438" cy="9934575"/>
  <p:embeddedFontLst>
    <p:embeddedFont>
      <p:font typeface="맑은 고딕" panose="020B0503020000020004" pitchFamily="50" charset="-127"/>
      <p:regular r:id="rId15"/>
      <p:bold r:id="rId16"/>
    </p:embeddedFont>
    <p:embeddedFont>
      <p:font typeface="Lucida Sans Unicode" panose="020B0602030504020204" pitchFamily="34" charset="0"/>
      <p:regular r:id="rId17"/>
    </p:embeddedFont>
    <p:embeddedFont>
      <p:font typeface="굴림" panose="020B0600000101010101" pitchFamily="50" charset="-127"/>
      <p:regular r:id="rId18"/>
    </p:embeddedFont>
    <p:embeddedFont>
      <p:font typeface="Verdana" panose="020B0604030504040204" pitchFamily="34" charset="0"/>
      <p:regular r:id="rId19"/>
      <p:bold r:id="rId20"/>
      <p:italic r:id="rId21"/>
      <p:boldItalic r:id="rId22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02" autoAdjust="0"/>
    <p:restoredTop sz="96400" autoAdjust="0"/>
  </p:normalViewPr>
  <p:slideViewPr>
    <p:cSldViewPr snapToObjects="1">
      <p:cViewPr varScale="1">
        <p:scale>
          <a:sx n="159" d="100"/>
          <a:sy n="159" d="100"/>
        </p:scale>
        <p:origin x="4608" y="150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Relationship Id="rId22" Type="http://schemas.openxmlformats.org/officeDocument/2006/relationships/font" Target="fonts/font8.fntdata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2025-09-17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2025-09-17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2797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706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3873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89101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3768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61575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09390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30979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3152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38767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7040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6720932"/>
              </p:ext>
            </p:extLst>
          </p:nvPr>
        </p:nvGraphicFramePr>
        <p:xfrm>
          <a:off x="215899" y="692696"/>
          <a:ext cx="8748589" cy="4574240"/>
        </p:xfrm>
        <a:graphic>
          <a:graphicData uri="http://schemas.openxmlformats.org/drawingml/2006/table">
            <a:tbl>
              <a:tblPr/>
              <a:tblGrid>
                <a:gridCol w="494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6973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032448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1008113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720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2658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진행</a:t>
                      </a:r>
                      <a:r>
                        <a:rPr lang="en-US" altLang="ko-KR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유형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542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QV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변경 기안 완료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(9/12)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좌우 온도 편차 개선 위한 전력 제어 로직 적용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Dr :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95% (3,100W -&gt; 3,215W), Ps : 95% (3,100W -&gt; 2,987W)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코어 과열 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 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 구간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Limit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 구간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90℃ ~ 105℃,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Cut : 105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℃, Recovery : 90℃</a:t>
                      </a: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사이버 보안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사이버 보안 적용 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UPDATE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안되는 부분 공조 설계팀으로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이슈 제기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 PTC Heater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업데이트 시 차량 단위 시험이 복잡해져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기존 안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대로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Bootloader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제거 하는 것으로 회신 받음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.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SPQA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육성 프로젝트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SPQA 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육성 프로젝트 심사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(09/16~09/19)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 ES95411 SPQA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성적서 제출일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10/17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25/9/10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~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smtClean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15568"/>
                  </a:ext>
                </a:extLst>
              </a:tr>
              <a:tr h="551542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SVm Limit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전력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선형 구간 재정립 하기 위한 문의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공조설계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전력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선형 구간 정립 시 실차조건에서 좌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우 편차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튜닝 진행 필요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고객사에 챔버 일정 요청 중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25/4/15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~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SVm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차종 시험 평가 중 접수</a:t>
                      </a:r>
                      <a:endParaRPr lang="en-US" altLang="ko-KR" sz="1000" b="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717662"/>
                  </a:ext>
                </a:extLst>
              </a:tr>
              <a:tr h="5515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BJ1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좌우 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온도 편차 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SPEC </a:t>
                      </a:r>
                      <a:r>
                        <a:rPr lang="ko-KR" altLang="en-US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미달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좌우 온도 편차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FAIL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따른 합동 평가 예정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(9/22)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한온시스템 실험실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좌우 온도 편차 원인 분석 및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튜닝 예정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25/7/15 ~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BJ1 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차종 시험 평가 중 접수</a:t>
                      </a:r>
                      <a:endParaRPr lang="en-US" altLang="ko-KR" sz="1000" b="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056622"/>
                  </a:ext>
                </a:extLst>
              </a:tr>
            </a:tbl>
          </a:graphicData>
        </a:graphic>
      </p:graphicFrame>
      <p:sp>
        <p:nvSpPr>
          <p:cNvPr id="5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 smtClean="0">
                <a:latin typeface="+mn-ea"/>
                <a:ea typeface="+mn-ea"/>
              </a:rPr>
              <a:t>지시내용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smtClean="0">
                <a:latin typeface="+mn-ea"/>
                <a:ea typeface="+mn-ea"/>
              </a:rPr>
              <a:t>의사결정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smtClean="0">
                <a:latin typeface="+mn-ea"/>
                <a:ea typeface="+mn-ea"/>
              </a:rPr>
              <a:t>리스크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err="1" smtClean="0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2329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0194705"/>
              </p:ext>
            </p:extLst>
          </p:nvPr>
        </p:nvGraphicFramePr>
        <p:xfrm>
          <a:off x="47211" y="536957"/>
          <a:ext cx="9073008" cy="5809339"/>
        </p:xfrm>
        <a:graphic>
          <a:graphicData uri="http://schemas.openxmlformats.org/drawingml/2006/table">
            <a:tbl>
              <a:tblPr/>
              <a:tblGrid>
                <a:gridCol w="621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0193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31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1543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9/12~9/18)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9/19~9/25)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83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변경 기안 완료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(9/12)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좌우 온도 편차 개선 위한 전력 제어 로직 적용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Dr :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95% (3,100W -&gt; 3,215W), Ps : 95% (3,100W -&gt; 2,987W)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코어 과열 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 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 구간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Limit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 구간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90℃ ~ 105℃,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Cut : 105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℃, Recovery : 90℃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사이버 보안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사이버 보안 적용 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UPDATE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안되는 부분 공조 설계팀으로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이슈 제기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 PTC Heater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업데이트 시 차량 단위 시험이 복잡해져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기존 안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대로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Bootloader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제거 하는 것으로 회신 받음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.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SPQA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육성 프로젝트 진행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SPQA 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육성 프로젝트 심사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(09/16~09/19)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 ES95411 SPQA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성적서 제출일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10/17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SPQA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육성 프로젝트 진행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90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34864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QV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24.09.01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25.07.05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25.12.01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25.03.15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29" name="그룹 16"/>
          <p:cNvGrpSpPr>
            <a:grpSpLocks noChangeAspect="1"/>
          </p:cNvGrpSpPr>
          <p:nvPr/>
        </p:nvGrpSpPr>
        <p:grpSpPr bwMode="auto">
          <a:xfrm>
            <a:off x="6089818" y="553413"/>
            <a:ext cx="1045724" cy="505515"/>
            <a:chOff x="0" y="135732"/>
            <a:chExt cx="604837" cy="482564"/>
          </a:xfrm>
        </p:grpSpPr>
        <p:sp>
          <p:nvSpPr>
            <p:cNvPr id="3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25.11.15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Pre P#2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32" name="위쪽 화살표 31"/>
          <p:cNvSpPr>
            <a:spLocks noChangeArrowheads="1"/>
          </p:cNvSpPr>
          <p:nvPr/>
        </p:nvSpPr>
        <p:spPr bwMode="auto">
          <a:xfrm rot="10800000">
            <a:off x="6552926" y="72827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7951770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8176822"/>
              </p:ext>
            </p:extLst>
          </p:nvPr>
        </p:nvGraphicFramePr>
        <p:xfrm>
          <a:off x="11059" y="536956"/>
          <a:ext cx="9097445" cy="5841504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6101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7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(9/12~9/18)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(9/19~9/25)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59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SVm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평가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PASS (S/W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전력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해제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평가시료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24mm, TC165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전력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선형 구간 재정립 하기 위한 문의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공조설계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전력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선형 구간 정립 시 실차조건에서 좌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우 편차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튜닝 진행 필요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고객사에 챔버 일정 요청 중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17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34864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err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SVm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24.09.01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25.08.15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26.03.30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26.06.30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25.06.30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41488668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773254"/>
              </p:ext>
            </p:extLst>
          </p:nvPr>
        </p:nvGraphicFramePr>
        <p:xfrm>
          <a:off x="11059" y="536956"/>
          <a:ext cx="9097445" cy="5340316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(9/12~9/18)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(9/19~9/25)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19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좌우 온도 편차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FAIL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따른 합동 평가 예정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(9/22)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한온시스템 실험실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좌우 온도 편차 원인 분석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튜닝 예정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34864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BJ1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25.04.15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25.10.15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26.04.15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26.08.01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9735930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5459232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(9/12~9/18)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(9/19~9/25)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MX5a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25.08.15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26.04.01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26.10.01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27.04.15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7975222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0145427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(9/12~9/18)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(9/19~9/25)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ko-KR" altLang="en-US" sz="1000" b="0" i="0" kern="1200" smtClean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NEaW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25.08.01</a:t>
              </a:r>
            </a:p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26.07.15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LP#1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TBD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27.01.15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M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26.04.15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SP#1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347630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0468463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(9/12~9/18)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(9/19~9/25)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담당자 지정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임제훈 사원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</a:t>
            </a:r>
            <a:r>
              <a:rPr lang="en-US" altLang="ko-KR" sz="1600" b="1" noProof="0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X5e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25.06.01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26.08.15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27.05.01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5197025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517136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(9/12~9/18)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(9/19~9/25)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KY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24.06.01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24.10.15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25.05.01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25.07.15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24.08.31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7990915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402677"/>
              </p:ext>
            </p:extLst>
          </p:nvPr>
        </p:nvGraphicFramePr>
        <p:xfrm>
          <a:off x="11059" y="536956"/>
          <a:ext cx="9097445" cy="5920605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80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(9/12~9/18)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(9/19~9/25)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A</a:t>
            </a: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Y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1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02" name="그룹 7"/>
          <p:cNvGrpSpPr>
            <a:grpSpLocks noChangeAspect="1"/>
          </p:cNvGrpSpPr>
          <p:nvPr/>
        </p:nvGrpSpPr>
        <p:grpSpPr bwMode="auto">
          <a:xfrm>
            <a:off x="3025337" y="555241"/>
            <a:ext cx="1023786" cy="689376"/>
            <a:chOff x="-1110" y="134593"/>
            <a:chExt cx="605947" cy="658079"/>
          </a:xfrm>
        </p:grpSpPr>
        <p:sp>
          <p:nvSpPr>
            <p:cNvPr id="103" name="위쪽 화살표 102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10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24.12.15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0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  <p:sp>
          <p:nvSpPr>
            <p:cNvPr id="106" name="Rectangle 46"/>
            <p:cNvSpPr>
              <a:spLocks noChangeArrowheads="1"/>
            </p:cNvSpPr>
            <p:nvPr/>
          </p:nvSpPr>
          <p:spPr bwMode="auto">
            <a:xfrm>
              <a:off x="-1110" y="538080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25.08.15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07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706808"/>
            <a:chOff x="0" y="134593"/>
            <a:chExt cx="604837" cy="674720"/>
          </a:xfrm>
        </p:grpSpPr>
        <p:sp>
          <p:nvSpPr>
            <p:cNvPr id="10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25.09.30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0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  <p:sp>
          <p:nvSpPr>
            <p:cNvPr id="110" name="Rectangle 46"/>
            <p:cNvSpPr>
              <a:spLocks noChangeArrowheads="1"/>
            </p:cNvSpPr>
            <p:nvPr/>
          </p:nvSpPr>
          <p:spPr bwMode="auto">
            <a:xfrm>
              <a:off x="0" y="55472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11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708267"/>
            <a:chOff x="0" y="135732"/>
            <a:chExt cx="604837" cy="676111"/>
          </a:xfrm>
        </p:grpSpPr>
        <p:sp>
          <p:nvSpPr>
            <p:cNvPr id="112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26.02.01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13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  <p:sp>
          <p:nvSpPr>
            <p:cNvPr id="114" name="Rectangle 46"/>
            <p:cNvSpPr>
              <a:spLocks noChangeArrowheads="1"/>
            </p:cNvSpPr>
            <p:nvPr/>
          </p:nvSpPr>
          <p:spPr bwMode="auto">
            <a:xfrm>
              <a:off x="0" y="55725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26.05.01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1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693556"/>
            <a:chOff x="0" y="137478"/>
            <a:chExt cx="604837" cy="662068"/>
          </a:xfrm>
        </p:grpSpPr>
        <p:sp>
          <p:nvSpPr>
            <p:cNvPr id="11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26.04.20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117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  <p:sp>
          <p:nvSpPr>
            <p:cNvPr id="118" name="Rectangle 46"/>
            <p:cNvSpPr>
              <a:spLocks noChangeArrowheads="1"/>
            </p:cNvSpPr>
            <p:nvPr/>
          </p:nvSpPr>
          <p:spPr bwMode="auto">
            <a:xfrm>
              <a:off x="0" y="54495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26.7.15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119" name="위쪽 화살표 118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0" name="위쪽 화살표 119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1" name="위쪽 화살표 120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122" name="그룹 12"/>
          <p:cNvGrpSpPr>
            <a:grpSpLocks noChangeAspect="1"/>
          </p:cNvGrpSpPr>
          <p:nvPr/>
        </p:nvGrpSpPr>
        <p:grpSpPr bwMode="auto">
          <a:xfrm>
            <a:off x="4105591" y="548680"/>
            <a:ext cx="1016448" cy="700430"/>
            <a:chOff x="-4514" y="134593"/>
            <a:chExt cx="609351" cy="668631"/>
          </a:xfrm>
        </p:grpSpPr>
        <p:sp>
          <p:nvSpPr>
            <p:cNvPr id="12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25.05.01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12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  <p:sp>
          <p:nvSpPr>
            <p:cNvPr id="125" name="Rectangle 46"/>
            <p:cNvSpPr>
              <a:spLocks noChangeArrowheads="1"/>
            </p:cNvSpPr>
            <p:nvPr/>
          </p:nvSpPr>
          <p:spPr bwMode="auto">
            <a:xfrm>
              <a:off x="-4514" y="5486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25.11.15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126" name="위쪽 화살표 125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Box 2"/>
          <p:cNvSpPr txBox="1"/>
          <p:nvPr/>
        </p:nvSpPr>
        <p:spPr>
          <a:xfrm>
            <a:off x="2734758" y="801357"/>
            <a:ext cx="45076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smtClean="0"/>
              <a:t>RHD</a:t>
            </a:r>
            <a:endParaRPr lang="ko-KR" altLang="en-US" sz="1000" b="1"/>
          </a:p>
        </p:txBody>
      </p:sp>
      <p:sp>
        <p:nvSpPr>
          <p:cNvPr id="34" name="TextBox 33"/>
          <p:cNvSpPr txBox="1"/>
          <p:nvPr/>
        </p:nvSpPr>
        <p:spPr>
          <a:xfrm>
            <a:off x="2734758" y="980621"/>
            <a:ext cx="43954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smtClean="0"/>
              <a:t>LHD</a:t>
            </a:r>
            <a:endParaRPr lang="ko-KR" altLang="en-US" sz="1000" b="1"/>
          </a:p>
        </p:txBody>
      </p:sp>
    </p:spTree>
    <p:extLst>
      <p:ext uri="{BB962C8B-B14F-4D97-AF65-F5344CB8AC3E}">
        <p14:creationId xmlns:p14="http://schemas.microsoft.com/office/powerpoint/2010/main" val="30056161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162243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(9/12~9/18)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(9/19~9/25)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 요청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현지 공정 설비 제작 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교육 계획 송부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 err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Maruti</a:t>
            </a: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Suzuki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2" y="555241"/>
            <a:ext cx="1021911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-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aphicFrame>
        <p:nvGraphicFramePr>
          <p:cNvPr id="2" name="개체 1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3021971"/>
              </p:ext>
            </p:extLst>
          </p:nvPr>
        </p:nvGraphicFramePr>
        <p:xfrm>
          <a:off x="3607113" y="1700808"/>
          <a:ext cx="3810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" name="프레젠테이션" showAsIcon="1" r:id="rId4" imgW="380880" imgH="771480" progId="PowerPoint.Show.12">
                  <p:embed/>
                </p:oleObj>
              </mc:Choice>
              <mc:Fallback>
                <p:oleObj name="프레젠테이션" showAsIcon="1" r:id="rId4" imgW="380880" imgH="771480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7113" y="1700808"/>
                        <a:ext cx="3810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630539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949971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(9/12~9/18)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(9/19~9/25)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담당자 선정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조현진 전임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SX3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solidFill>
                    <a:srgbClr val="FF0000"/>
                  </a:solidFill>
                  <a:latin typeface="+mn-ea"/>
                </a:rPr>
                <a:t>26.08.01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27.4.1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27.06.15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27.09.15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latin typeface="+mn-ea"/>
                </a:rPr>
                <a:t>27.02.15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1772754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15185</TotalTime>
  <Words>978</Words>
  <Application>Microsoft Office PowerPoint</Application>
  <PresentationFormat>화면 슬라이드 쇼(4:3)</PresentationFormat>
  <Paragraphs>312</Paragraphs>
  <Slides>11</Slides>
  <Notes>11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9" baseType="lpstr">
      <vt:lpstr>맑은 고딕</vt:lpstr>
      <vt:lpstr>Lucida Sans Unicode</vt:lpstr>
      <vt:lpstr>Wingdings</vt:lpstr>
      <vt:lpstr>Arial</vt:lpstr>
      <vt:lpstr>굴림</vt:lpstr>
      <vt:lpstr>Verdana</vt:lpstr>
      <vt:lpstr>제안서 템플릿</vt:lpstr>
      <vt:lpstr>Microsoft 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Windows 사용자</cp:lastModifiedBy>
  <cp:revision>6066</cp:revision>
  <dcterms:created xsi:type="dcterms:W3CDTF">2019-10-24T04:42:23Z</dcterms:created>
  <dcterms:modified xsi:type="dcterms:W3CDTF">2025-09-17T03:13:22Z</dcterms:modified>
  <cp:version/>
</cp:coreProperties>
</file>