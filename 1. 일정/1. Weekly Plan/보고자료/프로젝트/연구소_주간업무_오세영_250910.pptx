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5"/>
    </p:embeddedFont>
    <p:embeddedFont>
      <p:font typeface="Lucida Sans Unicode" panose="020B0602030504020204" pitchFamily="34" charset="0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15" d="100"/>
          <a:sy n="115" d="100"/>
        </p:scale>
        <p:origin x="1788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53880"/>
              </p:ext>
            </p:extLst>
          </p:nvPr>
        </p:nvGraphicFramePr>
        <p:xfrm>
          <a:off x="215899" y="692696"/>
          <a:ext cx="8748588" cy="457424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사이버 보안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안되는 부분 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설계팀으로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이슈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제기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시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AutoSar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그에따른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 기간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투자비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내용 공유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안하나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Secure Flash 1.0 rule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업데이트 가능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제안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QV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프로젝트의 일정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긴급함에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따라 빠른 회신 요청 하였으며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금주 중 확정 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회신준다고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공조시스템 한별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25/9/10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(S/W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재정립 하기 위한 문의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정립 시 실차조건에서 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 편차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진행 필요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일정 요청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위한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벤치 평가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협의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완료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16246"/>
              </p:ext>
            </p:extLst>
          </p:nvPr>
        </p:nvGraphicFramePr>
        <p:xfrm>
          <a:off x="47211" y="536957"/>
          <a:ext cx="9073008" cy="5948766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 위한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진행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(~9/8)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진행 완료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체크리스트에 따른 시험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슬로바키아 법인 재고 파악 및 재고 처리 방안 수립 후 결재 상신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안되는 부분 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설계팀으로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제기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시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AutoSar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그에따른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 기간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투자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 발생 내용 공유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정식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안하나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Secure Flash 1.0 rule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 업데이트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가능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제안 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QV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프로젝트의 일정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긴급함에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따라 빠른 회신 요청 하였으며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금주 중 확정 하여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회신준다고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공조시스템 한별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SWE. Group ALM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시작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Case Specification (100%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100%)</a:t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Integration Test Case Specification (100%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100%)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Static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및 리포트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보완 사유 정당화 완료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SWE. Group ALM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완료 예정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SW Unit Test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Report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Integration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Integration Test Review Report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Qualification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Qualification Test Review Report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3" name="개체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919937"/>
              </p:ext>
            </p:extLst>
          </p:nvPr>
        </p:nvGraphicFramePr>
        <p:xfrm>
          <a:off x="3724316" y="4574754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워크시트" showAsIcon="1" r:id="rId4" imgW="380880" imgH="806400" progId="Excel.Sheet.12">
                  <p:embed/>
                </p:oleObj>
              </mc:Choice>
              <mc:Fallback>
                <p:oleObj name="워크시트" showAsIcon="1" r:id="rId4" imgW="380880" imgH="806400" progId="Excel.Sheet.12">
                  <p:embed/>
                  <p:pic>
                    <p:nvPicPr>
                      <p:cNvPr id="9" name="개체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4316" y="4574754"/>
                        <a:ext cx="3810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54281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(S/W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재정립 하기 위한 문의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정립 시 실차조건에서 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 편차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진행 필요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고객사에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일정 요청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TC 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변경에 따른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Soft-Start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설계 완료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Soft-Start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설계 진행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(~9/8)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BJ/QV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수평 전개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58529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위한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벤치 평가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협의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완료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53139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1421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59688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임제훈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(8/20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요청하였으나 답변 지연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내부 사이버 보안 규격 재 정립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endParaRPr lang="en-US" altLang="ko-KR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[QV </a:t>
                      </a:r>
                      <a:r>
                        <a:rPr lang="ko-KR" altLang="en-US" sz="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적용사항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1. Debug Port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대하여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비전으로 납땜이 되지 </a:t>
                      </a:r>
                      <a:r>
                        <a:rPr lang="ko-KR" altLang="en-US" sz="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않은것을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검출 하며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상    </a:t>
                      </a:r>
                      <a:endParaRPr lang="en-US" altLang="ko-KR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추가하여 추적 관리 할 수 있어야 한다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 EOL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상에서 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 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 되었는지 표시 해야만 한다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3. </a:t>
                      </a:r>
                      <a:r>
                        <a:rPr lang="ko-KR" altLang="en-US" sz="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양산이후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없도록 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Bootloader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제거해야한다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pPr fontAlgn="t" latinLnBrk="0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4. LP2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시 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5EA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한하여 사이버 보안 적용 품 납품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  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 </a:t>
                      </a:r>
                      <a:r>
                        <a:rPr lang="ko-KR" altLang="en-US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단계부터 전량에 대하여 사이버 보안 적용 품 납품</a:t>
                      </a:r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50864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99336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59876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요청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공정 설비 제작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교육 계획 송부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646965"/>
              </p:ext>
            </p:extLst>
          </p:nvPr>
        </p:nvGraphicFramePr>
        <p:xfrm>
          <a:off x="3607113" y="1700808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프레젠테이션" showAsIcon="1" r:id="rId4" imgW="380880" imgH="771480" progId="PowerPoint.Show.12">
                  <p:embed/>
                </p:oleObj>
              </mc:Choice>
              <mc:Fallback>
                <p:oleObj name="프레젠테이션" showAsIcon="1" r:id="rId4" imgW="38088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7113" y="1700808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5272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선정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조현진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15168</TotalTime>
  <Words>1041</Words>
  <Application>Microsoft Office PowerPoint</Application>
  <PresentationFormat>화면 슬라이드 쇼(4:3)</PresentationFormat>
  <Paragraphs>339</Paragraphs>
  <Slides>11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Arial</vt:lpstr>
      <vt:lpstr>굴림</vt:lpstr>
      <vt:lpstr>Wingdings</vt:lpstr>
      <vt:lpstr>Lucida Sans Unicode</vt:lpstr>
      <vt:lpstr>Verdana</vt:lpstr>
      <vt:lpstr>맑은 고딕</vt:lpstr>
      <vt:lpstr>제안서 템플릿</vt:lpstr>
      <vt:lpstr>워크시트</vt:lpstr>
      <vt:lpstr>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6056</cp:revision>
  <dcterms:created xsi:type="dcterms:W3CDTF">2019-10-24T04:42:23Z</dcterms:created>
  <dcterms:modified xsi:type="dcterms:W3CDTF">2025-09-10T12:32:53Z</dcterms:modified>
  <cp:version/>
</cp:coreProperties>
</file>