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13"/>
  </p:notesMasterIdLst>
  <p:handoutMasterIdLst>
    <p:handoutMasterId r:id="rId14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  <p:sldId id="1006" r:id="rId12"/>
  </p:sldIdLst>
  <p:sldSz cx="9144000" cy="6858000" type="screen4x3"/>
  <p:notesSz cx="6802438" cy="9934575"/>
  <p:embeddedFontLst>
    <p:embeddedFont>
      <p:font typeface="굴림" panose="020B0600000101010101" pitchFamily="34" charset="-127"/>
      <p:regular r:id="rId15"/>
    </p:embeddedFont>
    <p:embeddedFont>
      <p:font typeface="Verdana" panose="020B0604030504040204" pitchFamily="34" charset="0"/>
      <p:regular r:id="rId16"/>
      <p:bold r:id="rId17"/>
      <p:italic r:id="rId18"/>
      <p:boldItalic r:id="rId19"/>
    </p:embeddedFont>
    <p:embeddedFont>
      <p:font typeface="맑은 고딕" panose="020B0503020000020004" pitchFamily="34" charset="-127"/>
      <p:regular r:id="rId20"/>
      <p:bold r:id="rId21"/>
    </p:embeddedFont>
    <p:embeddedFont>
      <p:font typeface="Lucida Sans Unicode" panose="020B0602030504020204" pitchFamily="34" charset="0"/>
      <p:regular r:id="rId22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02" autoAdjust="0"/>
    <p:restoredTop sz="96400" autoAdjust="0"/>
  </p:normalViewPr>
  <p:slideViewPr>
    <p:cSldViewPr snapToObjects="1">
      <p:cViewPr varScale="1">
        <p:scale>
          <a:sx n="113" d="100"/>
          <a:sy n="113" d="100"/>
        </p:scale>
        <p:origin x="1302" y="96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2025-09-10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2.bin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553880"/>
              </p:ext>
            </p:extLst>
          </p:nvPr>
        </p:nvGraphicFramePr>
        <p:xfrm>
          <a:off x="215899" y="692696"/>
          <a:ext cx="8748588" cy="4574240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6973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032448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58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사이버 보안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적용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안되는 부분 공조 설계팀으로 이슈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제기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OTA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AutoSar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및 그에따른 개발 기간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투자비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 내용 공유 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OTA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안하나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Secure Flash 1.0 rule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 업데이트 가능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토록 제안 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프로젝트의 일정 긴급함에 따라 빠른 회신 요청 하였으며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금주 중 확정 하여 회신준다고 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공조시스템 한별 책임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25/9/10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및 최대 난방 평가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 (S/W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해제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재정립 하기 위한 문의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정립 시 실차조건에서 좌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 편차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진행 필요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고객사에 챔버 일정 요청 중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17662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최대 난방 및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BJ1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(9/4)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원인 분석 위한 한온 벤치 평가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협의 진행 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원인 분석 완료 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206487"/>
              </p:ext>
            </p:extLst>
          </p:nvPr>
        </p:nvGraphicFramePr>
        <p:xfrm>
          <a:off x="47211" y="536957"/>
          <a:ext cx="9073008" cy="5979246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154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83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기본형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LP2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대응 위한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시험 진행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(~9/8)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R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튜닝 진행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체크리스트에 따른 시험 진행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설계변경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(9/10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슬로바키아 법인 재고 파악 및 재고 처리 방안 수립 후 결재 상신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적용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안되는 부분 공조 설계팀으로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이슈 제기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OTA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AutoSar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및 그에따른 개발 기간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투자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 발생 내용 공유 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정식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OTA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 안하나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Secure Flash 1.0 rule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기반 업데이트 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가능 토록 제안 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프로젝트의 일정 긴급함에 따라 빠른 회신 요청 하였으며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금주 중 확정 하여 회신준다고 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공조시스템 한별 책임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SWE. 1, 2, 3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산출물 작성 및 검토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 Unit Test Case Specification (80%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 90%)</a:t>
                      </a:r>
                      <a:b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</a:b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-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SW Integration Test Case Specification (80%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 90%)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SW Static Test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씨앤비스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점검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8/28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06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Pre P#2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aphicFrame>
        <p:nvGraphicFramePr>
          <p:cNvPr id="33" name="개체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2185581"/>
              </p:ext>
            </p:extLst>
          </p:nvPr>
        </p:nvGraphicFramePr>
        <p:xfrm>
          <a:off x="3770886" y="4725144"/>
          <a:ext cx="3810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3" name="워크시트" showAsIcon="1" r:id="rId4" imgW="380880" imgH="806400" progId="Excel.Sheet.12">
                  <p:embed/>
                </p:oleObj>
              </mc:Choice>
              <mc:Fallback>
                <p:oleObj name="워크시트" showAsIcon="1" r:id="rId4" imgW="380880" imgH="806400" progId="Excel.Sheet.12">
                  <p:embed/>
                  <p:pic>
                    <p:nvPicPr>
                      <p:cNvPr id="9" name="개체 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770886" y="4725144"/>
                        <a:ext cx="3810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854281"/>
              </p:ext>
            </p:extLst>
          </p:nvPr>
        </p:nvGraphicFramePr>
        <p:xfrm>
          <a:off x="11059" y="536956"/>
          <a:ext cx="9097445" cy="5841504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6101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7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590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SVm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 (S/W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해제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평가시료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24mm, TC165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재정립 하기 위한 문의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정립 시 실차조건에서 좌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 편차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진행 필요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고객사에 챔버 일정 요청 중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TC 165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 변경에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Soft-Start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Soft-Start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 진행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(~9/8)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BJ/QV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수평 전개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7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26.03.30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458529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BJ1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(9/4)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원인 분석 위한 한온 벤치 평가 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일정 협의 진행 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원인 분석 완료 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53139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71421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596887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지정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임제훈 사원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관련 문의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 설계팀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동일하게 진행 하면 되는지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(8/20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 요청하였으나 답변 지연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 설계팀 내부 사이버 보안 규격 재 정립 진행 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endParaRPr lang="en-US" altLang="ko-KR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[QV 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적용사항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1. Debug Port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대하여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비전으로 납땜이 되지 않은것을 검출 하며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공정 상    </a:t>
                      </a:r>
                      <a:endParaRPr lang="en-US" altLang="ko-KR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추가하여 추적 관리 할 수 있어야 한다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2. EOL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상에서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MCU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Secure Debug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 적용 되었는지 표시 해야만 한다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3. 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양산이후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ReWriting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할 수 없도록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Bootloader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를 제거해야한다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</a:t>
                      </a:r>
                    </a:p>
                    <a:p>
                      <a:pPr fontAlgn="t" latinLnBrk="0"/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4. LP2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납품 시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5EA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한하여 사이버 보안 적용 품 납품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fontAlgn="t" latinLnBrk="0"/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   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 </a:t>
                      </a:r>
                      <a:r>
                        <a:rPr lang="ko-KR" altLang="en-US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단계부터 전량에 대하여 사이버 보안 적용 품 납품</a:t>
                      </a:r>
                      <a:r>
                        <a:rPr lang="en-US" altLang="ko-KR" sz="8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4508647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599336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59876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 요청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현지 공정 설비 제작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교육 계획 송부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aphicFrame>
        <p:nvGraphicFramePr>
          <p:cNvPr id="2" name="개체 1">
            <a:hlinkClick r:id="" action="ppaction://ole?verb=0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5646965"/>
              </p:ext>
            </p:extLst>
          </p:nvPr>
        </p:nvGraphicFramePr>
        <p:xfrm>
          <a:off x="3607113" y="1700808"/>
          <a:ext cx="3810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프레젠테이션" showAsIcon="1" r:id="rId4" imgW="380880" imgH="771480" progId="PowerPoint.Show.12">
                  <p:embed/>
                </p:oleObj>
              </mc:Choice>
              <mc:Fallback>
                <p:oleObj name="프레젠테이션" showAsIcon="1" r:id="rId4" imgW="380880" imgH="771480" progId="PowerPoint.Show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607113" y="1700808"/>
                        <a:ext cx="3810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52724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(9/5~9/11)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(9/12~9/18)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선정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조현진 전임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15149</TotalTime>
  <Words>1206</Words>
  <Application>Microsoft Office PowerPoint</Application>
  <PresentationFormat>화면 슬라이드 쇼(4:3)</PresentationFormat>
  <Paragraphs>338</Paragraphs>
  <Slides>11</Slides>
  <Notes>11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굴림</vt:lpstr>
      <vt:lpstr>Verdana</vt:lpstr>
      <vt:lpstr>맑은 고딕</vt:lpstr>
      <vt:lpstr>Lucida Sans Unicode</vt:lpstr>
      <vt:lpstr>Wingdings</vt:lpstr>
      <vt:lpstr>Arial</vt:lpstr>
      <vt:lpstr>제안서 템플릿</vt:lpstr>
      <vt:lpstr>워크시트</vt:lpstr>
      <vt:lpstr>Microsoft 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6053</cp:revision>
  <dcterms:created xsi:type="dcterms:W3CDTF">2019-10-24T04:42:23Z</dcterms:created>
  <dcterms:modified xsi:type="dcterms:W3CDTF">2025-09-10T03:15:00Z</dcterms:modified>
  <cp:version/>
</cp:coreProperties>
</file>