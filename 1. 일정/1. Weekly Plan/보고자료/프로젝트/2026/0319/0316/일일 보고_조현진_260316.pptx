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>
        <p:scale>
          <a:sx n="100" d="100"/>
          <a:sy n="100" d="100"/>
        </p:scale>
        <p:origin x="2100" y="4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784706"/>
              </p:ext>
            </p:extLst>
          </p:nvPr>
        </p:nvGraphicFramePr>
        <p:xfrm>
          <a:off x="459378" y="732456"/>
          <a:ext cx="8280918" cy="5035207"/>
        </p:xfrm>
        <a:graphic>
          <a:graphicData uri="http://schemas.openxmlformats.org/drawingml/2006/table">
            <a:tbl>
              <a:tblPr/>
              <a:tblGrid>
                <a:gridCol w="362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147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10555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2984962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120589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51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25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7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【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기존 항목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-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완료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】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LIN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통신 개발 검증 완료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물리적 통신 에러 없이 송수신 확인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) ✓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dirty="0" err="1" smtClean="0">
                          <a:effectLst/>
                          <a:latin typeface="+mj-lt"/>
                        </a:rPr>
                        <a:t>sensing_service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업그레이드 완료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(MA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필터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+ NTC </a:t>
                      </a:r>
                      <a:r>
                        <a:rPr lang="ko-KR" altLang="en-US" sz="700" b="0" i="0" u="none" strike="noStrike" dirty="0" err="1" smtClean="0">
                          <a:effectLst/>
                          <a:latin typeface="+mj-lt"/>
                        </a:rPr>
                        <a:t>룩업테이블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) ✓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센서 고장 진단 모듈 추가 완료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(HV/PCB/Core NTC open/short) ✓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dirty="0" err="1" smtClean="0">
                          <a:effectLst/>
                          <a:latin typeface="+mj-lt"/>
                        </a:rPr>
                        <a:t>heater_ctrl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effectLst/>
                          <a:latin typeface="+mj-lt"/>
                        </a:rPr>
                        <a:t>상태머신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 완료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(PRE_CHECK/SOFT_START/HEATING/FAULT) ✓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ADC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채널 매핑 회로도 기준 수정 완료 ✓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LIN RX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버그 수정 완료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effectLst/>
                          <a:latin typeface="+mj-lt"/>
                        </a:rPr>
                        <a:t>rx_byte_cnt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effectLst/>
                          <a:latin typeface="+mj-lt"/>
                        </a:rPr>
                        <a:t>미초기화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) ✓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LV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전압 캡처 모듈 설계 완료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(TIM2 </a:t>
                      </a:r>
                      <a:r>
                        <a:rPr lang="ko-KR" altLang="en-US" sz="700" b="0" i="0" u="none" strike="noStrike" dirty="0" err="1" smtClean="0">
                          <a:effectLst/>
                          <a:latin typeface="+mj-lt"/>
                        </a:rPr>
                        <a:t>펄스폭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 측정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, 555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타이머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) ✓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endParaRPr lang="en-US" altLang="ko-KR" sz="700" b="0" i="0" u="none" strike="noStrike" dirty="0" smtClean="0">
                        <a:effectLst/>
                        <a:latin typeface="+mj-lt"/>
                      </a:endParaRPr>
                    </a:p>
                    <a:p>
                      <a:pPr marL="0" marR="0" indent="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【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기존 항목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-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진행 중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】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Architecture Sequence Diagram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작성 중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크기 변경 중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)</a:t>
                      </a:r>
                      <a:endParaRPr lang="ko-KR" altLang="en-US" sz="700" b="0" i="0" u="none" strike="noStrike" dirty="0" smtClean="0">
                        <a:effectLst/>
                        <a:latin typeface="+mj-lt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 Scenario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추가 중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(sensing, </a:t>
                      </a:r>
                      <a:r>
                        <a:rPr lang="en-US" altLang="ko-KR" sz="700" b="0" i="0" u="none" strike="noStrike" dirty="0" err="1" smtClean="0">
                          <a:effectLst/>
                          <a:latin typeface="+mj-lt"/>
                        </a:rPr>
                        <a:t>diag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, heater)</a:t>
                      </a: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2026-03-16】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 사양 스펙 정합 완료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 UV: entry 220→190V, exit 240→210V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 OV: entry 440→470V, exit 420→450V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OC: fault 14→25A, CL 12→20A, retry 10→5s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 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ptc_ctrl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듀얼존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히터 컨트롤러 이식 완료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 Gain Scheduling, Temp Reduction, Power Limiter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 Start, Pre-Check,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듀얼존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Split</a:t>
                      </a:r>
                    </a:p>
                    <a:p>
                      <a:pPr marL="0" marR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진단 엔진 통합 완료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diag_debounce_t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진단 모듈 마이그레이션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비대칭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디바운스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(entry 200ms×3, recovery 500ms)</a:t>
                      </a:r>
                    </a:p>
                    <a:p>
                      <a:pPr marL="0" marR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코딩 컨벤션 수립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프로젝트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리팩토링</a:t>
                      </a:r>
                      <a:endParaRPr lang="ko-KR" altLang="en-US" sz="7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 46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함수 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PascalCase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stm8_ 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snake_case</a:t>
                      </a:r>
                      <a:endParaRPr lang="en-US" altLang="ko-KR" sz="7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변수명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가독성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개선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30+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개소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레이어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244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함수 컨벤션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준수 달성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Dead define 12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삭제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사용처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확인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I-SENSING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Y2V=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합산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MMA=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존별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구조 차이 확인</a:t>
                      </a:r>
                    </a:p>
                    <a:p>
                      <a:pPr marL="0" marR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LV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센싱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555 timer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오차 분석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rise/fall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비대칭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=46μs, 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&lt;10μs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RC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필터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(R55+C35)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왜곡 확인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오실로스코프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실측 진행 중</a:t>
                      </a:r>
                      <a:endParaRPr lang="ko-KR" altLang="en-US" sz="7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kumimoji="1" lang="en-US" sz="700" b="0" i="0" u="none" strike="noStrike" kern="120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altLang="ko-KR" sz="105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245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kumimoji="1" lang="en-US" sz="700" b="0" i="0" u="none" strike="noStrike" kern="12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altLang="ko-KR" sz="105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62459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목 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PCB </a:t>
                      </a:r>
                      <a:r>
                        <a:rPr kumimoji="1" lang="ko-KR" altLang="en-US" sz="7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전달예정</a:t>
                      </a: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해당 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dirty="0" smtClean="0">
                          <a:latin typeface="+mj-lt"/>
                        </a:rPr>
                        <a:t>LV 555 </a:t>
                      </a:r>
                      <a:r>
                        <a:rPr lang="ko-KR" altLang="en-US" sz="700" dirty="0" smtClean="0">
                          <a:latin typeface="+mj-lt"/>
                        </a:rPr>
                        <a:t>오차 </a:t>
                      </a:r>
                      <a:r>
                        <a:rPr lang="en-US" altLang="ko-KR" sz="700" dirty="0" smtClean="0">
                          <a:latin typeface="+mj-lt"/>
                        </a:rPr>
                        <a:t>:</a:t>
                      </a:r>
                      <a:r>
                        <a:rPr lang="en-US" altLang="ko-KR" sz="700" baseline="0" dirty="0" smtClean="0">
                          <a:latin typeface="+mj-lt"/>
                        </a:rPr>
                        <a:t> </a:t>
                      </a:r>
                      <a:r>
                        <a:rPr lang="en-US" altLang="ko-KR" sz="700" dirty="0" smtClean="0">
                          <a:latin typeface="+mj-lt"/>
                        </a:rPr>
                        <a:t>UV 500mV </a:t>
                      </a:r>
                      <a:r>
                        <a:rPr lang="ko-KR" altLang="en-US" sz="700" dirty="0" smtClean="0">
                          <a:latin typeface="+mj-lt"/>
                        </a:rPr>
                        <a:t>일찍 검진</a:t>
                      </a:r>
                      <a:r>
                        <a:rPr lang="en-US" altLang="ko-KR" sz="700" dirty="0" smtClean="0">
                          <a:latin typeface="+mj-lt"/>
                        </a:rPr>
                        <a:t>, PS </a:t>
                      </a:r>
                      <a:r>
                        <a:rPr lang="ko-KR" altLang="en-US" sz="700" dirty="0" smtClean="0">
                          <a:latin typeface="+mj-lt"/>
                        </a:rPr>
                        <a:t>고정 전압 실측 중</a:t>
                      </a:r>
                      <a:endParaRPr kumimoji="1" lang="ko-KR" alt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67544" y="5877272"/>
            <a:ext cx="8280920" cy="6263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ko-KR" altLang="en-US" dirty="0" smtClean="0">
                <a:latin typeface="+mj-lt"/>
              </a:rPr>
              <a:t>한번 작성되어진 프로젝트 내용이나 이슈 사항은 완료 </a:t>
            </a:r>
            <a:r>
              <a:rPr lang="ko-KR" altLang="en-US" dirty="0" smtClean="0">
                <a:latin typeface="+mj-lt"/>
              </a:rPr>
              <a:t>될 때 까지 </a:t>
            </a:r>
            <a:r>
              <a:rPr lang="ko-KR" altLang="en-US" dirty="0" smtClean="0">
                <a:latin typeface="+mj-lt"/>
              </a:rPr>
              <a:t>항목 삭제 안되며</a:t>
            </a:r>
            <a:r>
              <a:rPr lang="en-US" altLang="ko-KR" dirty="0" smtClean="0">
                <a:latin typeface="+mj-lt"/>
              </a:rPr>
              <a:t>, </a:t>
            </a:r>
            <a:r>
              <a:rPr lang="ko-KR" altLang="en-US" dirty="0" smtClean="0">
                <a:latin typeface="+mj-lt"/>
              </a:rPr>
              <a:t>완료 확인 이후 리스트에서 제거 </a:t>
            </a:r>
            <a:endParaRPr lang="ko-KR" altLang="en-US" dirty="0">
              <a:latin typeface="+mj-lt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26444</TotalTime>
  <Words>376</Words>
  <Application>Microsoft Office PowerPoint</Application>
  <PresentationFormat>화면 슬라이드 쇼(4:3)</PresentationFormat>
  <Paragraphs>59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굴림</vt:lpstr>
      <vt:lpstr>맑은 고딕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6480</cp:revision>
  <dcterms:created xsi:type="dcterms:W3CDTF">2019-10-24T04:42:23Z</dcterms:created>
  <dcterms:modified xsi:type="dcterms:W3CDTF">2026-03-16T09:21:02Z</dcterms:modified>
  <cp:version/>
</cp:coreProperties>
</file>