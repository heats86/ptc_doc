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4"/>
  </p:notesMasterIdLst>
  <p:handoutMasterIdLst>
    <p:handoutMasterId r:id="rId5"/>
  </p:handoutMasterIdLst>
  <p:sldIdLst>
    <p:sldId id="1137" r:id="rId2"/>
    <p:sldId id="1138" r:id="rId3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66" autoAdjust="0"/>
    <p:restoredTop sz="96378" autoAdjust="0"/>
  </p:normalViewPr>
  <p:slideViewPr>
    <p:cSldViewPr snapToObjects="1">
      <p:cViewPr varScale="1">
        <p:scale>
          <a:sx n="150" d="100"/>
          <a:sy n="150" d="100"/>
        </p:scale>
        <p:origin x="270" y="37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215834"/>
              </p:ext>
            </p:extLst>
          </p:nvPr>
        </p:nvGraphicFramePr>
        <p:xfrm>
          <a:off x="228233" y="764704"/>
          <a:ext cx="8856985" cy="4698856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182082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75230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 smtClean="0"/>
                        <a:t>2P</a:t>
                      </a:r>
                      <a:r>
                        <a:rPr lang="en-US" sz="1000" b="1" baseline="0" dirty="0" smtClean="0"/>
                        <a:t> calibration:</a:t>
                      </a:r>
                    </a:p>
                    <a:p>
                      <a:r>
                        <a:rPr lang="en-US" sz="1000" dirty="0" smtClean="0"/>
                        <a:t>Simplified calibration logic by removing complex and conflicting state machines.</a:t>
                      </a:r>
                    </a:p>
                    <a:p>
                      <a:r>
                        <a:rPr lang="en-US" sz="1000" dirty="0" smtClean="0"/>
                        <a:t>Reworked motor control handling:</a:t>
                      </a:r>
                    </a:p>
                    <a:p>
                      <a:r>
                        <a:rPr lang="en-US" sz="1000" dirty="0" smtClean="0"/>
                        <a:t>Ensured proper driver state transition before issuing movement commands.</a:t>
                      </a:r>
                    </a:p>
                    <a:p>
                      <a:r>
                        <a:rPr lang="en-US" sz="1000" dirty="0" smtClean="0"/>
                        <a:t>Introduced consistent motor activation logic (handling OFF / STALL conditions).</a:t>
                      </a:r>
                    </a:p>
                    <a:p>
                      <a:r>
                        <a:rPr lang="en-US" sz="1000" dirty="0" smtClean="0"/>
                        <a:t>Modified calibration sequence to enforce:</a:t>
                      </a:r>
                    </a:p>
                    <a:p>
                      <a:r>
                        <a:rPr lang="en-US" sz="1000" dirty="0" smtClean="0"/>
                        <a:t>Initial movement away from mechanical end</a:t>
                      </a:r>
                    </a:p>
                    <a:p>
                      <a:r>
                        <a:rPr lang="en-US" sz="1000" dirty="0" smtClean="0"/>
                        <a:t>Continuous movement toward end-stop until stall detection</a:t>
                      </a:r>
                    </a:p>
                    <a:p>
                      <a:r>
                        <a:rPr lang="en-US" sz="1000" dirty="0" smtClean="0"/>
                        <a:t>Reverse direction for full stroke coverage</a:t>
                      </a:r>
                    </a:p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109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Motor behavior became unstable during refactoring:</a:t>
                      </a:r>
                    </a:p>
                    <a:p>
                      <a:r>
                        <a:rPr lang="en-US" sz="900" dirty="0" smtClean="0"/>
                        <a:t>In some cases, motor did not start at all</a:t>
                      </a:r>
                    </a:p>
                    <a:p>
                      <a:r>
                        <a:rPr lang="en-US" sz="900" dirty="0" smtClean="0"/>
                        <a:t>In other cases, calibration triggered but did not complete</a:t>
                      </a:r>
                    </a:p>
                    <a:p>
                      <a:r>
                        <a:rPr lang="en-US" sz="900" dirty="0" smtClean="0"/>
                        <a:t>Calibration inconsistencies:</a:t>
                      </a:r>
                    </a:p>
                    <a:p>
                      <a:r>
                        <a:rPr lang="en-US" sz="900" dirty="0" smtClean="0"/>
                        <a:t>Sometimes detects only one end</a:t>
                      </a:r>
                    </a:p>
                    <a:p>
                      <a:r>
                        <a:rPr lang="en-US" sz="900" dirty="0" smtClean="0"/>
                        <a:t>Sometimes performs partial movement instead of full stroke</a:t>
                      </a:r>
                    </a:p>
                    <a:p>
                      <a:r>
                        <a:rPr lang="en-US" sz="900" dirty="0" smtClean="0"/>
                        <a:t>Command handling issues:</a:t>
                      </a:r>
                    </a:p>
                    <a:p>
                      <a:r>
                        <a:rPr lang="en-US" sz="900" dirty="0" smtClean="0"/>
                        <a:t>Default (CMD 0) intermittently not responding</a:t>
                      </a:r>
                    </a:p>
                    <a:p>
                      <a:r>
                        <a:rPr lang="en-US" sz="900" dirty="0" smtClean="0"/>
                        <a:t>Allow Operation (CMD 1) not functioning due to missing or invalid calibration span</a:t>
                      </a:r>
                    </a:p>
                    <a:p>
                      <a:r>
                        <a:rPr lang="en-US" sz="900" dirty="0" smtClean="0"/>
                        <a:t>System instability introduced due to:</a:t>
                      </a:r>
                    </a:p>
                    <a:p>
                      <a:r>
                        <a:rPr lang="en-US" sz="900" dirty="0" smtClean="0"/>
                        <a:t>Mixing old and new logic during transition phase</a:t>
                      </a:r>
                    </a:p>
                    <a:p>
                      <a:r>
                        <a:rPr lang="en-US" sz="900" dirty="0" smtClean="0"/>
                        <a:t>Incorrect state variable usage and incomplete cleanup of legacy code</a:t>
                      </a:r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182082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030190"/>
              </p:ext>
            </p:extLst>
          </p:nvPr>
        </p:nvGraphicFramePr>
        <p:xfrm>
          <a:off x="228233" y="764705"/>
          <a:ext cx="8856985" cy="5756853"/>
        </p:xfrm>
        <a:graphic>
          <a:graphicData uri="http://schemas.openxmlformats.org/drawingml/2006/table">
            <a:tbl>
              <a:tblPr/>
              <a:tblGrid>
                <a:gridCol w="62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269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14756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2453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213968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266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  <a:endParaRPr lang="ko-KR" altLang="en-US" sz="9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227853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900" dirty="0" smtClean="0"/>
                        <a:t>Re-establish </a:t>
                      </a:r>
                      <a:r>
                        <a:rPr lang="en-US" sz="900" b="1" dirty="0" smtClean="0"/>
                        <a:t>stable baseline motor movement</a:t>
                      </a:r>
                      <a:r>
                        <a:rPr lang="en-US" sz="900" dirty="0" smtClean="0"/>
                        <a:t>:</a:t>
                      </a:r>
                    </a:p>
                    <a:p>
                      <a:r>
                        <a:rPr lang="en-US" sz="900" dirty="0" smtClean="0"/>
                        <a:t>Verify motor runs reliably with direct position commands</a:t>
                      </a:r>
                    </a:p>
                    <a:p>
                      <a:r>
                        <a:rPr lang="en-US" sz="900" dirty="0" smtClean="0"/>
                        <a:t>Implement </a:t>
                      </a:r>
                      <a:r>
                        <a:rPr lang="en-US" sz="900" b="1" dirty="0" smtClean="0"/>
                        <a:t>minimal and robust calibration logic</a:t>
                      </a:r>
                      <a:r>
                        <a:rPr lang="en-US" sz="900" dirty="0" smtClean="0"/>
                        <a:t>:</a:t>
                      </a:r>
                    </a:p>
                    <a:p>
                      <a:r>
                        <a:rPr lang="en-US" sz="900" dirty="0" smtClean="0"/>
                        <a:t>Ensure motor starts reliably</a:t>
                      </a:r>
                    </a:p>
                    <a:p>
                      <a:r>
                        <a:rPr lang="en-US" sz="900" dirty="0" smtClean="0"/>
                        <a:t>Move to first end until confirmed stall</a:t>
                      </a:r>
                    </a:p>
                    <a:p>
                      <a:r>
                        <a:rPr lang="en-US" sz="900" dirty="0" smtClean="0"/>
                        <a:t>Reset position reference</a:t>
                      </a:r>
                    </a:p>
                    <a:p>
                      <a:r>
                        <a:rPr lang="en-US" sz="900" dirty="0" smtClean="0"/>
                        <a:t>Move to opposite end with sustained command</a:t>
                      </a:r>
                    </a:p>
                    <a:p>
                      <a:r>
                        <a:rPr lang="en-US" sz="900" dirty="0" smtClean="0"/>
                        <a:t>Capture full span reliably</a:t>
                      </a:r>
                    </a:p>
                    <a:p>
                      <a:r>
                        <a:rPr lang="en-US" sz="900" dirty="0" smtClean="0"/>
                        <a:t>Ensure:</a:t>
                      </a:r>
                    </a:p>
                    <a:p>
                      <a:r>
                        <a:rPr lang="en-US" sz="900" dirty="0" smtClean="0"/>
                        <a:t>Continuous target updates during movement</a:t>
                      </a:r>
                    </a:p>
                    <a:p>
                      <a:r>
                        <a:rPr lang="en-US" sz="900" dirty="0" smtClean="0"/>
                        <a:t>Proper stall detection validation at both ends</a:t>
                      </a:r>
                    </a:p>
                    <a:p>
                      <a:r>
                        <a:rPr lang="en-US" sz="900" dirty="0" smtClean="0"/>
                        <a:t>Reintroduce functional layers step-by-step:</a:t>
                      </a:r>
                    </a:p>
                    <a:p>
                      <a:r>
                        <a:rPr lang="en-US" sz="900" dirty="0" smtClean="0"/>
                        <a:t>Default positioning (CMD 0)</a:t>
                      </a:r>
                    </a:p>
                    <a:p>
                      <a:r>
                        <a:rPr lang="en-US" sz="900" dirty="0" smtClean="0"/>
                        <a:t>Calibration (CMD 2)</a:t>
                      </a:r>
                    </a:p>
                    <a:p>
                      <a:r>
                        <a:rPr lang="en-US" sz="900" dirty="0" smtClean="0"/>
                        <a:t>Normal operation (CMD 1)</a:t>
                      </a:r>
                    </a:p>
                    <a:p>
                      <a:r>
                        <a:rPr lang="en-US" sz="900" dirty="0" smtClean="0"/>
                        <a:t>Perform controlled testing:</a:t>
                      </a:r>
                    </a:p>
                    <a:p>
                      <a:r>
                        <a:rPr lang="en-US" sz="900" dirty="0" smtClean="0"/>
                        <a:t>Multiple calibration cycles for repeatability</a:t>
                      </a:r>
                    </a:p>
                    <a:p>
                      <a:endParaRPr lang="en-US" sz="9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266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21396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Summary</a:t>
                      </a:r>
                      <a:endParaRPr lang="ko-KR" altLang="en-US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7566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Today’s work focused on simplifying and stabilizing the system after identifying over-complexity and conflicting logic as key issues. While system behavior temporarily degraded during refactoring, critical insights were gained regarding driver interaction and real-time control requirements. The next phase will prioritize rebuilding a stable foundation before reintroducing full functionality.</a:t>
                      </a:r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226651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11399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CI30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5887807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-108520" y="9253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err="1" smtClean="0">
                <a:latin typeface="+mn-ea"/>
                <a:ea typeface="+mn-ea"/>
              </a:rPr>
              <a:t>Vignesh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3831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26435</TotalTime>
  <Words>360</Words>
  <Application>Microsoft Office PowerPoint</Application>
  <PresentationFormat>On-screen Show (4:3)</PresentationFormat>
  <Paragraphs>72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굴림</vt:lpstr>
      <vt:lpstr>맑은 고딕</vt:lpstr>
      <vt:lpstr>Arial</vt:lpstr>
      <vt:lpstr>Lucida Sans Unicode</vt:lpstr>
      <vt:lpstr>Verdana</vt:lpstr>
      <vt:lpstr>Wingdings</vt:lpstr>
      <vt:lpstr>현대하모니 B</vt:lpstr>
      <vt:lpstr>제안서 템플릿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user</cp:lastModifiedBy>
  <cp:revision>6481</cp:revision>
  <dcterms:created xsi:type="dcterms:W3CDTF">2019-10-24T04:42:23Z</dcterms:created>
  <dcterms:modified xsi:type="dcterms:W3CDTF">2026-03-18T08:39:38Z</dcterms:modified>
  <cp:version/>
</cp:coreProperties>
</file>