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044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485390"/>
              </p:ext>
            </p:extLst>
          </p:nvPr>
        </p:nvGraphicFramePr>
        <p:xfrm>
          <a:off x="459378" y="732456"/>
          <a:ext cx="8280918" cy="4435259"/>
        </p:xfrm>
        <a:graphic>
          <a:graphicData uri="http://schemas.openxmlformats.org/drawingml/2006/table">
            <a:tbl>
              <a:tblPr/>
              <a:tblGrid>
                <a:gridCol w="362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147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10555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2984962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39919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60025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완료</a:t>
                      </a: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</a:b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여부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- 2026-03-17】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제어사양서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V1.1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플로우차트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작성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미구현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항목 식별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Version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검사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(0x3C/0x3D): DLC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미등록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파싱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응답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강제 방전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DischargeRequest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): m3B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파싱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진단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비교연산자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분석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9~16V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에서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경계값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포함 여부 불일치 발견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BOUND_INCLUDE/EXCLUDE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모드 플래그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설계</a:t>
                      </a:r>
                      <a:endParaRPr lang="ko-KR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- 2026-03-18】</a:t>
                      </a: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Y2V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신규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PBC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입수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포팅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완료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Peripheral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중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1) Clock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확인 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2) LIN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주기 확인 완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3) PWM, ADC, Timer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확인 예정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명일 </a:t>
                      </a:r>
                      <a:r>
                        <a:rPr lang="ko-KR" altLang="en-US" sz="900" b="0" i="0" u="none" strike="noStrike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오전 예정</a:t>
                      </a:r>
                      <a:r>
                        <a:rPr lang="en-US" altLang="ko-KR" sz="900" b="0" i="0" u="none" strike="noStrike" kern="1200" baseline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900" b="0" i="0" u="none" strike="noStrike" kern="1200" baseline="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71450" marR="0" indent="-171450" algn="l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알고리즘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정합성 확인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/>
                      </a:r>
                      <a:b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</a:b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통신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진단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i="0" u="none" strike="noStrike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히터제어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R-Logic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별도 일정표 첨부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altLang="ko-KR" sz="105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245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lt"/>
                          <a:ea typeface="맑은 고딕" panose="020B0503020000020004" pitchFamily="50" charset="-127"/>
                        </a:rPr>
                        <a:t>-</a:t>
                      </a:r>
                      <a:endParaRPr lang="en-US" altLang="ko-KR" sz="16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indent="0" algn="l" rtl="0" eaLnBrk="1" fontAlgn="base" latinLnBrk="1" hangingPunct="1"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endParaRPr lang="en-US" altLang="ko-KR" sz="105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62459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전달예정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smtClean="0">
                          <a:latin typeface="+mj-lt"/>
                        </a:rPr>
                        <a:t>SX3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just"/>
                      <a:r>
                        <a:rPr lang="ko-KR" altLang="en-US" sz="900" dirty="0" smtClean="0">
                          <a:latin typeface="+mj-lt"/>
                        </a:rPr>
                        <a:t>금 </a:t>
                      </a:r>
                      <a:r>
                        <a:rPr lang="en-US" altLang="ko-KR" sz="900" dirty="0" smtClean="0">
                          <a:latin typeface="+mj-lt"/>
                        </a:rPr>
                        <a:t>or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차주 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PCB </a:t>
                      </a:r>
                      <a:r>
                        <a:rPr lang="ko-KR" altLang="en-US" sz="900" baseline="0" dirty="0" err="1" smtClean="0">
                          <a:latin typeface="+mj-lt"/>
                        </a:rPr>
                        <a:t>전달예정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用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3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20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일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오후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시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부사장님실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GR#2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예정 팀장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필참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要</a:t>
                      </a: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67544" y="5877272"/>
            <a:ext cx="8280920" cy="6263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ko-KR" altLang="en-US" dirty="0" smtClean="0">
                <a:latin typeface="+mj-lt"/>
              </a:rPr>
              <a:t>한번 작성되어진 프로젝트 내용이나 이슈 사항은 완료 될 때 까지 항목 삭제 안되며</a:t>
            </a:r>
            <a:r>
              <a:rPr lang="en-US" altLang="ko-KR" dirty="0" smtClean="0">
                <a:latin typeface="+mj-lt"/>
              </a:rPr>
              <a:t>, </a:t>
            </a:r>
            <a:r>
              <a:rPr lang="ko-KR" altLang="en-US" dirty="0" smtClean="0">
                <a:latin typeface="+mj-lt"/>
              </a:rPr>
              <a:t>완료 확인 이후 리스트에서 제거 </a:t>
            </a:r>
            <a:endParaRPr lang="ko-KR" altLang="en-US" dirty="0">
              <a:latin typeface="+mj-lt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9991621"/>
              </p:ext>
            </p:extLst>
          </p:nvPr>
        </p:nvGraphicFramePr>
        <p:xfrm>
          <a:off x="8532440" y="1661550"/>
          <a:ext cx="108000" cy="1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532440" y="1661550"/>
                        <a:ext cx="108000" cy="108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26465</TotalTime>
  <Words>129</Words>
  <Application>Microsoft Office PowerPoint</Application>
  <PresentationFormat>화면 슬라이드 쇼(4:3)</PresentationFormat>
  <Paragraphs>36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Arial</vt:lpstr>
      <vt:lpstr>Lucida Sans Unicode</vt:lpstr>
      <vt:lpstr>Verdana</vt:lpstr>
      <vt:lpstr>Wingdings</vt:lpstr>
      <vt:lpstr>제안서 템플릿</vt:lpstr>
      <vt:lpstr>Microsoft Excel 워크시트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6484</cp:revision>
  <dcterms:created xsi:type="dcterms:W3CDTF">2019-10-24T04:42:23Z</dcterms:created>
  <dcterms:modified xsi:type="dcterms:W3CDTF">2026-03-18T09:48:02Z</dcterms:modified>
  <cp:version/>
</cp:coreProperties>
</file>