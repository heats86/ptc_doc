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63" d="100"/>
          <a:sy n="163" d="100"/>
        </p:scale>
        <p:origin x="4344" y="120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658974"/>
              </p:ext>
            </p:extLst>
          </p:nvPr>
        </p:nvGraphicFramePr>
        <p:xfrm>
          <a:off x="107504" y="764705"/>
          <a:ext cx="8928993" cy="4634466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R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개발현황 자료 작성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MX5a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마스터 샘플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듀티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81%, 95%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성능 측정 및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모드 추가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마스터 샘플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듀티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81%, 95%,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풍량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300kph, 400kph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기준 측정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야간 진행 예정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HE1i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SP1 Event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대응 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관련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계획 및 유관 부서 업무 협조 메일 발송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Proto 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기준 생산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권순현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전임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문서 중앙화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일정 연기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타 부서 부터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07878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NQ6e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Proto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(03/27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납품 예정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샘플 제작 지연 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시간 촉박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샘플 제작 및 수령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03/20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예정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03/20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까지 마스터 샘플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평택 공장 박민우 선임에게 전달 필요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SP1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(04/06~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납품 예정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138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HE1i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(04/15 ~ 04/20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두원 납품 예정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04/03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까지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R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튜닝 및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필요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SP1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물량 파악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SP1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물량 평택 도착 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리라이팅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필요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784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문서 중앙화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원격 제어 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 불가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37481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R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개발현황 자료 작성 및 회신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87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HE1i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R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튜닝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포인트 기준 수립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야간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err="1" smtClean="0">
                <a:latin typeface="+mn-ea"/>
                <a:ea typeface="+mn-ea"/>
              </a:rPr>
              <a:t>임제훈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26483</TotalTime>
  <Words>247</Words>
  <Application>Microsoft Office PowerPoint</Application>
  <PresentationFormat>화면 슬라이드 쇼(4:3)</PresentationFormat>
  <Paragraphs>49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맑은 고딕</vt:lpstr>
      <vt:lpstr>현대하모니 B</vt:lpstr>
      <vt:lpstr>Arial</vt:lpstr>
      <vt:lpstr>Lucida Sans Unicode</vt:lpstr>
      <vt:lpstr>Verdana</vt:lpstr>
      <vt:lpstr>Wingdings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6492</cp:revision>
  <dcterms:created xsi:type="dcterms:W3CDTF">2019-10-24T04:42:23Z</dcterms:created>
  <dcterms:modified xsi:type="dcterms:W3CDTF">2026-03-17T08:22:18Z</dcterms:modified>
  <cp:version/>
</cp:coreProperties>
</file>