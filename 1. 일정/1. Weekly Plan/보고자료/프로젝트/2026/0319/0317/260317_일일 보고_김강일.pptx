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00" d="100"/>
          <a:sy n="100" d="100"/>
        </p:scale>
        <p:origin x="88" y="12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16630"/>
              </p:ext>
            </p:extLst>
          </p:nvPr>
        </p:nvGraphicFramePr>
        <p:xfrm>
          <a:off x="107504" y="764705"/>
          <a:ext cx="8928993" cy="533434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4way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성능검사 지원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양산 금형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=&gt;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양산 금형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액츄에이터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+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Proto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로터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=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정상 각도 범위 안에 들어옴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=&gt;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양산 금형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액츄에이터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+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양산 금형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로터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=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각도에서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2~3°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안쪽으로 들어옴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성능 검사 지원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야간 근무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Over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Current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명화공업과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회의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요청 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=&gt;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10us,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 진단 기준 근거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=&gt;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수정한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500ms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를 설정한 근거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=&gt; Protect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모드와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모드이 차이점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=&gt;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따른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벨브의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작동 상태 작성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스토퍼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사이 각도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153°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스토퍼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각도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43° =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동작 가능 각도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연구소 각도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지그로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실제 동작 가능 각도를 측정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부품 개발팀 지원으로 양산 금형 실측 데이터와 설계 각도가 동일  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Over Current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사항 반영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대책서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수정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최승훈 연구원 메일 답변 송부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웨이모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출장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렌터카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예약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회수 방법 확인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김강일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26448</TotalTime>
  <Words>217</Words>
  <Application>Microsoft Office PowerPoint</Application>
  <PresentationFormat>화면 슬라이드 쇼(4:3)</PresentationFormat>
  <Paragraphs>41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현대하모니 B</vt:lpstr>
      <vt:lpstr>Arial</vt:lpstr>
      <vt:lpstr>Lucida Sans Unicode</vt:lpstr>
      <vt:lpstr>Verdana</vt:lpstr>
      <vt:lpstr>Wingdings</vt:lpstr>
      <vt:lpstr>맑은 고딕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6481</cp:revision>
  <dcterms:created xsi:type="dcterms:W3CDTF">2019-10-24T04:42:23Z</dcterms:created>
  <dcterms:modified xsi:type="dcterms:W3CDTF">2026-03-17T12:55:20Z</dcterms:modified>
  <cp:version/>
</cp:coreProperties>
</file>