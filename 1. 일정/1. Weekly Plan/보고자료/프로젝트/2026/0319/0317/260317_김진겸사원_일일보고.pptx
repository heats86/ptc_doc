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1137" r:id="rId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11" d="100"/>
          <a:sy n="111" d="100"/>
        </p:scale>
        <p:origin x="1800" y="78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026343"/>
              </p:ext>
            </p:extLst>
          </p:nvPr>
        </p:nvGraphicFramePr>
        <p:xfrm>
          <a:off x="251520" y="764705"/>
          <a:ext cx="8280919" cy="4188967"/>
        </p:xfrm>
        <a:graphic>
          <a:graphicData uri="http://schemas.openxmlformats.org/drawingml/2006/table">
            <a:tbl>
              <a:tblPr/>
              <a:tblGrid>
                <a:gridCol w="579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08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969081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03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512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프로젝트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4WayValve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점검 체크리스트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Operation(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동작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파트 수행 완료 및 상세화 진행 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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금주 內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Fail Safety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까지 수행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수정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완료 목표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2939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aseline="0" smtClean="0"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577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275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320339"/>
                  </a:ext>
                </a:extLst>
              </a:tr>
              <a:tr h="262459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75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5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887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6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5633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7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70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8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291396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err="1" smtClean="0">
                <a:latin typeface="+mn-ea"/>
                <a:ea typeface="+mn-ea"/>
              </a:rPr>
              <a:t>김진겸</a:t>
            </a:r>
            <a:r>
              <a:rPr lang="ko-KR" altLang="en-US" sz="2100" b="1" dirty="0" smtClean="0">
                <a:latin typeface="+mn-ea"/>
                <a:ea typeface="+mn-ea"/>
              </a:rPr>
              <a:t> 사원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67544" y="5589240"/>
            <a:ext cx="828092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한번 작성되어진 프로젝트 내용이나 이슈 사항은 완료 될때까지 항목 삭제 안되며</a:t>
            </a:r>
            <a:r>
              <a:rPr lang="en-US" altLang="ko-KR" smtClean="0"/>
              <a:t>, </a:t>
            </a:r>
            <a:r>
              <a:rPr lang="ko-KR" altLang="en-US" smtClean="0"/>
              <a:t>완료 확인 이후 리스트에서 제거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26364</TotalTime>
  <Words>79</Words>
  <Application>Microsoft Office PowerPoint</Application>
  <PresentationFormat>화면 슬라이드 쇼(4:3)</PresentationFormat>
  <Paragraphs>27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굴림</vt:lpstr>
      <vt:lpstr>맑은 고딕</vt:lpstr>
      <vt:lpstr>현대하모니 B</vt:lpstr>
      <vt:lpstr>Arial</vt:lpstr>
      <vt:lpstr>Lucida Sans Unicode</vt:lpstr>
      <vt:lpstr>Verdana</vt:lpstr>
      <vt:lpstr>Wingdings</vt:lpstr>
      <vt:lpstr>제안서 템플릿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6470</cp:revision>
  <dcterms:created xsi:type="dcterms:W3CDTF">2019-10-24T04:42:23Z</dcterms:created>
  <dcterms:modified xsi:type="dcterms:W3CDTF">2026-03-17T07:55:51Z</dcterms:modified>
  <cp:version/>
</cp:coreProperties>
</file>