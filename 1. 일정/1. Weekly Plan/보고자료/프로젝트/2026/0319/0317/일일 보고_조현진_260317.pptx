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7653"/>
              </p:ext>
            </p:extLst>
          </p:nvPr>
        </p:nvGraphicFramePr>
        <p:xfrm>
          <a:off x="459378" y="732456"/>
          <a:ext cx="8280918" cy="5015269"/>
        </p:xfrm>
        <a:graphic>
          <a:graphicData uri="http://schemas.openxmlformats.org/drawingml/2006/table">
            <a:tbl>
              <a:tblPr/>
              <a:tblGrid>
                <a:gridCol w="362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147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10555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2984962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120589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51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25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7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【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기존 항목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-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완료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 사양 스펙 정합 완료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UV: entry 220→190V, exit 240→210V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OV: entry 440→470V, exit 420→450V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OC: fault 14→25A, CL 12→20A, retry 10→5s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ptc_ctrl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듀얼존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히터 컨트롤러 이식 완료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 Gain Scheduling, Temp Reduction, Power Limiter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 Start, Pre-Check,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듀얼존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Split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진단 모듈 마이그레이션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비대칭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디바운스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(entry 200ms×3, recovery 500ms)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 46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함수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PascalCase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stm8_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snake_case</a:t>
                      </a:r>
                      <a:endParaRPr lang="en-US" altLang="ko-KR" sz="7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변수명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가독성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개선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30+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개소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레이어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244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함수 컨벤션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준수 달성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Dead define 12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삭제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사용처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확인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700" b="0" i="0" u="none" strike="noStrike" dirty="0" smtClean="0">
                        <a:effectLst/>
                        <a:latin typeface="+mj-lt"/>
                      </a:endParaRPr>
                    </a:p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【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기존 항목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-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진행 중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Architecture Sequence Diagram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작성 중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크기 변경 중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</a:t>
                      </a:r>
                      <a:endParaRPr lang="ko-KR" altLang="en-US" sz="700" b="0" i="0" u="none" strike="noStrike" dirty="0" smtClean="0">
                        <a:effectLst/>
                        <a:latin typeface="+mj-lt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 Scenario </a:t>
                      </a:r>
                      <a:r>
                        <a:rPr lang="ko-KR" altLang="en-US" sz="700" b="0" i="0" u="none" strike="noStrike" dirty="0" smtClean="0">
                          <a:effectLst/>
                          <a:latin typeface="+mj-lt"/>
                        </a:rPr>
                        <a:t>추가 중 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(sensing, </a:t>
                      </a:r>
                      <a:r>
                        <a:rPr lang="en-US" altLang="ko-KR" sz="700" b="0" i="0" u="none" strike="noStrike" dirty="0" err="1" smtClean="0">
                          <a:effectLst/>
                          <a:latin typeface="+mj-lt"/>
                        </a:rPr>
                        <a:t>diag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, heater</a:t>
                      </a:r>
                      <a:r>
                        <a:rPr lang="en-US" altLang="ko-KR" sz="700" b="0" i="0" u="none" strike="noStrike" dirty="0" smtClean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LV </a:t>
                      </a: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센싱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555 timer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오차 분석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rise/fall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비대칭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=46μs, </a:t>
                      </a:r>
                      <a:r>
                        <a:rPr lang="en-US" altLang="ko-KR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&lt;10μs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RC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필터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(R55+C35) 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왜곡 확인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오실로스코프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실측 진행 중</a:t>
                      </a:r>
                      <a:endParaRPr lang="en-US" altLang="ko-KR" sz="700" b="0" i="0" u="none" strike="noStrike" dirty="0" smtClean="0">
                        <a:effectLst/>
                        <a:latin typeface="+mj-lt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2026-03-16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 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V1.1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endParaRPr lang="en-US" altLang="ko-KR" sz="700" b="0" i="0" u="none" strike="noStrike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플로우차트 작성</a:t>
                      </a:r>
                      <a:endParaRPr lang="en-US" altLang="ko-KR" sz="700" b="0" i="0" u="none" strike="noStrike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미구현 항목 식별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Version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(0x3C/0x3D): DLC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미등록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파싱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응답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강제 방전 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(DischargeRequest): m3B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파싱</a:t>
                      </a:r>
                      <a:endParaRPr lang="en-US" altLang="ko-KR" sz="700" b="0" i="0" u="none" strike="noStrike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비교연산자 분석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9~16V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경계값 포함 여부 불일치 발견</a:t>
                      </a: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BOUND_INCLUDE/EXCLUDE </a:t>
                      </a:r>
                      <a:r>
                        <a:rPr lang="ko-KR" altLang="en-US" sz="700" b="0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플래그 추가 설계</a:t>
                      </a:r>
                      <a:endParaRPr lang="ko-KR" altLang="en-US" sz="7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kumimoji="1" lang="en-US" sz="700" b="0" i="0" u="none" strike="noStrike" kern="120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245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kumimoji="1" lang="en-US" sz="700" b="0" i="0" u="none" strike="noStrike" kern="12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62459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7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전달예정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해당 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00" dirty="0" smtClean="0">
                          <a:latin typeface="+mj-lt"/>
                        </a:rPr>
                        <a:t>LV 555 </a:t>
                      </a:r>
                      <a:r>
                        <a:rPr lang="ko-KR" altLang="en-US" sz="700" dirty="0" smtClean="0">
                          <a:latin typeface="+mj-lt"/>
                        </a:rPr>
                        <a:t>오차 </a:t>
                      </a:r>
                      <a:r>
                        <a:rPr lang="en-US" altLang="ko-KR" sz="700" dirty="0" smtClean="0">
                          <a:latin typeface="+mj-lt"/>
                        </a:rPr>
                        <a:t>:</a:t>
                      </a:r>
                      <a:r>
                        <a:rPr lang="en-US" altLang="ko-KR" sz="700" baseline="0" dirty="0" smtClean="0">
                          <a:latin typeface="+mj-lt"/>
                        </a:rPr>
                        <a:t> </a:t>
                      </a:r>
                      <a:r>
                        <a:rPr lang="en-US" altLang="ko-KR" sz="700" dirty="0" smtClean="0">
                          <a:latin typeface="+mj-lt"/>
                        </a:rPr>
                        <a:t>UV 500mV </a:t>
                      </a:r>
                      <a:r>
                        <a:rPr lang="ko-KR" altLang="en-US" sz="700" dirty="0" smtClean="0">
                          <a:latin typeface="+mj-lt"/>
                        </a:rPr>
                        <a:t>일찍 검진</a:t>
                      </a:r>
                      <a:r>
                        <a:rPr lang="en-US" altLang="ko-KR" sz="700" dirty="0" smtClean="0">
                          <a:latin typeface="+mj-lt"/>
                        </a:rPr>
                        <a:t>, PS </a:t>
                      </a:r>
                      <a:r>
                        <a:rPr lang="ko-KR" altLang="en-US" sz="700" dirty="0" smtClean="0">
                          <a:latin typeface="+mj-lt"/>
                        </a:rPr>
                        <a:t>고정 전압 실측 중</a:t>
                      </a: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7544" y="5877272"/>
            <a:ext cx="8280920" cy="6263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ko-KR" altLang="en-US" dirty="0" smtClean="0">
                <a:latin typeface="+mj-lt"/>
              </a:rPr>
              <a:t>한번 작성되어진 프로젝트 내용이나 이슈 사항은 완료 될 때 까지 항목 삭제 안되며</a:t>
            </a:r>
            <a:r>
              <a:rPr lang="en-US" altLang="ko-KR" dirty="0" smtClean="0">
                <a:latin typeface="+mj-lt"/>
              </a:rPr>
              <a:t>, </a:t>
            </a:r>
            <a:r>
              <a:rPr lang="ko-KR" altLang="en-US" dirty="0" smtClean="0">
                <a:latin typeface="+mj-lt"/>
              </a:rPr>
              <a:t>완료 확인 이후 리스트에서 제거 </a:t>
            </a:r>
            <a:endParaRPr lang="ko-KR" altLang="en-US" dirty="0">
              <a:latin typeface="+mj-lt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26451</TotalTime>
  <Words>275</Words>
  <Application>Microsoft Office PowerPoint</Application>
  <PresentationFormat>화면 슬라이드 쇼(4:3)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굴림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6481</cp:revision>
  <dcterms:created xsi:type="dcterms:W3CDTF">2019-10-24T04:42:23Z</dcterms:created>
  <dcterms:modified xsi:type="dcterms:W3CDTF">2026-03-17T15:19:11Z</dcterms:modified>
  <cp:version/>
</cp:coreProperties>
</file>