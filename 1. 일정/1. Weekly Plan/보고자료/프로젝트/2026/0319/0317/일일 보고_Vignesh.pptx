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-54" y="3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192547"/>
              </p:ext>
            </p:extLst>
          </p:nvPr>
        </p:nvGraphicFramePr>
        <p:xfrm>
          <a:off x="228233" y="764704"/>
          <a:ext cx="8856985" cy="5944584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8039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Tested LIN communication between ECU and actuator using </a:t>
                      </a:r>
                      <a:r>
                        <a:rPr lang="en-US" sz="900" dirty="0" err="1" smtClean="0"/>
                        <a:t>CANalyzer</a:t>
                      </a:r>
                      <a:r>
                        <a:rPr lang="en-US" sz="900" dirty="0" smtClean="0"/>
                        <a:t>.</a:t>
                      </a:r>
                      <a:br>
                        <a:rPr lang="en-US" sz="900" dirty="0" smtClean="0"/>
                      </a:br>
                      <a:r>
                        <a:rPr lang="en-US" sz="900" dirty="0" smtClean="0"/>
                        <a:t>Verified communication of </a:t>
                      </a:r>
                      <a:r>
                        <a:rPr lang="en-US" sz="900" b="1" dirty="0" smtClean="0"/>
                        <a:t>ACTU_01_Req</a:t>
                      </a:r>
                      <a:r>
                        <a:rPr lang="en-US" sz="900" dirty="0" smtClean="0"/>
                        <a:t> and </a:t>
                      </a:r>
                      <a:r>
                        <a:rPr lang="en-US" sz="900" b="1" dirty="0" smtClean="0"/>
                        <a:t>Act_01_Res</a:t>
                      </a:r>
                      <a:r>
                        <a:rPr lang="en-US" sz="900" dirty="0" smtClean="0"/>
                        <a:t> frames and confirmed correct signal scaling based on LDF configuration (0–10000 corresponding to 0–100%).</a:t>
                      </a:r>
                    </a:p>
                    <a:p>
                      <a:r>
                        <a:rPr lang="en-US" sz="900" dirty="0" smtClean="0"/>
                        <a:t>Worked extensively on </a:t>
                      </a:r>
                      <a:r>
                        <a:rPr lang="en-US" sz="900" b="1" dirty="0" smtClean="0"/>
                        <a:t>actuator calibration logic (2-point self-calibration)</a:t>
                      </a:r>
                      <a:r>
                        <a:rPr lang="en-US" sz="900" dirty="0" smtClean="0"/>
                        <a:t> using stall detection:</a:t>
                      </a:r>
                    </a:p>
                    <a:p>
                      <a:r>
                        <a:rPr lang="en-US" sz="900" dirty="0" smtClean="0"/>
                        <a:t>Implemented calibration state machine (GO_END1 → WAIT → REVERSE → DONE)</a:t>
                      </a:r>
                    </a:p>
                    <a:p>
                      <a:r>
                        <a:rPr lang="en-US" sz="900" dirty="0" smtClean="0"/>
                        <a:t>Integrated motor driver functions (</a:t>
                      </a:r>
                      <a:r>
                        <a:rPr lang="en-US" sz="900" dirty="0" err="1" smtClean="0"/>
                        <a:t>DRV_SetTarPosition</a:t>
                      </a:r>
                      <a:r>
                        <a:rPr lang="en-US" sz="900" dirty="0" smtClean="0"/>
                        <a:t>, </a:t>
                      </a:r>
                      <a:r>
                        <a:rPr lang="en-US" sz="900" dirty="0" err="1" smtClean="0"/>
                        <a:t>ClearStallState</a:t>
                      </a:r>
                      <a:r>
                        <a:rPr lang="en-US" sz="900" dirty="0" smtClean="0"/>
                        <a:t>, </a:t>
                      </a:r>
                      <a:r>
                        <a:rPr lang="en-US" sz="900" dirty="0" err="1" smtClean="0"/>
                        <a:t>DRV_ResetPosition</a:t>
                      </a:r>
                      <a:r>
                        <a:rPr lang="en-US" sz="900" dirty="0" smtClean="0"/>
                        <a:t>)</a:t>
                      </a:r>
                    </a:p>
                    <a:p>
                      <a:r>
                        <a:rPr lang="en-US" sz="900" dirty="0" smtClean="0"/>
                        <a:t>Ensured proper driver state transitions (OFF → HOLD → RUN)</a:t>
                      </a:r>
                    </a:p>
                    <a:p>
                      <a:r>
                        <a:rPr lang="en-US" sz="900" dirty="0" smtClean="0"/>
                        <a:t>Debugged actuator behavior during calibration:</a:t>
                      </a:r>
                    </a:p>
                    <a:p>
                      <a:r>
                        <a:rPr lang="en-US" sz="900" dirty="0" smtClean="0"/>
                        <a:t>Observed continuous calibration loop issues</a:t>
                      </a:r>
                    </a:p>
                    <a:p>
                      <a:r>
                        <a:rPr lang="en-US" sz="900" dirty="0" smtClean="0"/>
                        <a:t>Identified incorrect handling of stall state and motor restart</a:t>
                      </a:r>
                    </a:p>
                    <a:p>
                      <a:r>
                        <a:rPr lang="en-US" sz="900" dirty="0" smtClean="0"/>
                        <a:t>Fixed improper target updates causing </a:t>
                      </a:r>
                      <a:r>
                        <a:rPr lang="en-US" sz="900" b="1" dirty="0" smtClean="0"/>
                        <a:t>toggle movement instead of full stroke travel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Validated actuator response for:</a:t>
                      </a:r>
                    </a:p>
                    <a:p>
                      <a:r>
                        <a:rPr lang="en-US" sz="900" b="1" dirty="0" smtClean="0"/>
                        <a:t>CMD_ALLOW_OP (normal movement)</a:t>
                      </a:r>
                      <a:endParaRPr lang="en-US" sz="900" dirty="0" smtClean="0"/>
                    </a:p>
                    <a:p>
                      <a:r>
                        <a:rPr lang="en-US" sz="900" b="1" dirty="0" smtClean="0"/>
                        <a:t>CMD_CALIB (calibration trigger)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Analyzed actual position feedback during movement and compared with target position</a:t>
                      </a:r>
                      <a:r>
                        <a:rPr lang="en-US" sz="1000" dirty="0" smtClean="0"/>
                        <a:t>.</a:t>
                      </a:r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7617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Observed inconsistent actuator behavior during calibration:</a:t>
                      </a:r>
                    </a:p>
                    <a:p>
                      <a:r>
                        <a:rPr lang="en-US" sz="900" dirty="0" smtClean="0"/>
                        <a:t>Motor sometimes performs </a:t>
                      </a:r>
                      <a:r>
                        <a:rPr lang="en-US" sz="900" b="1" dirty="0" smtClean="0"/>
                        <a:t>small movement instead of full stroke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Calibration occasionally </a:t>
                      </a:r>
                      <a:r>
                        <a:rPr lang="en-US" sz="900" b="1" dirty="0" smtClean="0"/>
                        <a:t>runs continuously without stopping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Direction reversal behaves like </a:t>
                      </a:r>
                      <a:r>
                        <a:rPr lang="en-US" sz="900" b="1" dirty="0" smtClean="0"/>
                        <a:t>toggle instead of controlled sweep</a:t>
                      </a:r>
                      <a:endParaRPr lang="en-US" sz="900" dirty="0" smtClean="0"/>
                    </a:p>
                    <a:p>
                      <a:r>
                        <a:rPr lang="en-US" sz="900" dirty="0" smtClean="0"/>
                        <a:t>Identified root causes:</a:t>
                      </a:r>
                    </a:p>
                    <a:p>
                      <a:r>
                        <a:rPr lang="en-US" sz="900" dirty="0" smtClean="0"/>
                        <a:t>Improper motor driver state transition (HOLD state not entering RUN)</a:t>
                      </a:r>
                    </a:p>
                    <a:p>
                      <a:r>
                        <a:rPr lang="en-US" sz="900" dirty="0" smtClean="0"/>
                        <a:t>Incorrect use of </a:t>
                      </a:r>
                      <a:r>
                        <a:rPr lang="en-US" sz="900" dirty="0" err="1" smtClean="0"/>
                        <a:t>DRV_SetTarPosition</a:t>
                      </a:r>
                      <a:r>
                        <a:rPr lang="en-US" sz="900" dirty="0" smtClean="0"/>
                        <a:t>() without forcing restart</a:t>
                      </a:r>
                    </a:p>
                    <a:p>
                      <a:r>
                        <a:rPr lang="en-US" sz="900" dirty="0" smtClean="0"/>
                        <a:t>Missing reset sequence before large movements</a:t>
                      </a:r>
                    </a:p>
                    <a:p>
                      <a:r>
                        <a:rPr lang="en-US" sz="900" dirty="0" smtClean="0"/>
                        <a:t>Weak reverse movement after stall detection</a:t>
                      </a:r>
                    </a:p>
                    <a:p>
                      <a:r>
                        <a:rPr lang="en-US" sz="900" dirty="0" smtClean="0"/>
                        <a:t>Additional risks:</a:t>
                      </a:r>
                    </a:p>
                    <a:p>
                      <a:r>
                        <a:rPr lang="en-US" sz="900" dirty="0" smtClean="0"/>
                        <a:t>Calibration span not always captured correctly</a:t>
                      </a:r>
                    </a:p>
                    <a:p>
                      <a:r>
                        <a:rPr lang="en-US" sz="900" dirty="0" smtClean="0"/>
                        <a:t>Position mapping may be inaccurate without proper end-stop detection</a:t>
                      </a:r>
                    </a:p>
                    <a:p>
                      <a:r>
                        <a:rPr lang="en-US" sz="900" dirty="0" smtClean="0"/>
                        <a:t>LIN command timing may interfere with calibration flow</a:t>
                      </a:r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10681"/>
              </p:ext>
            </p:extLst>
          </p:nvPr>
        </p:nvGraphicFramePr>
        <p:xfrm>
          <a:off x="228233" y="764704"/>
          <a:ext cx="8856985" cy="4281276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643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55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15689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Finalize and validate </a:t>
                      </a:r>
                      <a:r>
                        <a:rPr lang="en-US" sz="1000" b="1" dirty="0" smtClean="0"/>
                        <a:t>stable 2-point calibration logic</a:t>
                      </a:r>
                      <a:endParaRPr lang="en-US" sz="1000" dirty="0" smtClean="0"/>
                    </a:p>
                    <a:p>
                      <a:r>
                        <a:rPr lang="en-US" sz="1000" dirty="0" smtClean="0"/>
                        <a:t>Ensure actuator covers </a:t>
                      </a:r>
                      <a:r>
                        <a:rPr lang="en-US" sz="1000" b="1" dirty="0" smtClean="0"/>
                        <a:t>full stroke (end-to-end) reliably</a:t>
                      </a:r>
                      <a:endParaRPr lang="en-US" sz="1000" dirty="0" smtClean="0"/>
                    </a:p>
                    <a:p>
                      <a:r>
                        <a:rPr lang="en-US" sz="1000" dirty="0" smtClean="0"/>
                        <a:t>Verify </a:t>
                      </a:r>
                      <a:r>
                        <a:rPr lang="en-US" sz="1000" b="1" dirty="0" smtClean="0"/>
                        <a:t>stall detection consistency at both ends</a:t>
                      </a:r>
                      <a:endParaRPr lang="en-US" sz="1000" dirty="0" smtClean="0"/>
                    </a:p>
                    <a:p>
                      <a:r>
                        <a:rPr lang="en-US" sz="1000" dirty="0" smtClean="0"/>
                        <a:t>Store and validate </a:t>
                      </a:r>
                      <a:r>
                        <a:rPr lang="en-US" sz="1000" b="1" dirty="0" smtClean="0"/>
                        <a:t>calibration span (min/max positions)</a:t>
                      </a:r>
                      <a:endParaRPr lang="en-US" sz="1000" dirty="0" smtClean="0"/>
                    </a:p>
                    <a:p>
                      <a:r>
                        <a:rPr lang="en-US" sz="1000" dirty="0" smtClean="0"/>
                        <a:t>Perform detailed testing:</a:t>
                      </a:r>
                    </a:p>
                    <a:p>
                      <a:r>
                        <a:rPr lang="en-US" sz="1000" dirty="0" smtClean="0"/>
                        <a:t>Validate actuator movement across full range (0–100%)</a:t>
                      </a:r>
                    </a:p>
                    <a:p>
                      <a:r>
                        <a:rPr lang="en-US" sz="1000" dirty="0" smtClean="0"/>
                        <a:t>Check </a:t>
                      </a:r>
                      <a:r>
                        <a:rPr lang="en-US" sz="1000" b="1" dirty="0" smtClean="0"/>
                        <a:t>position mapping accuracy after calibration</a:t>
                      </a:r>
                      <a:endParaRPr lang="en-US" sz="1000" dirty="0" smtClean="0"/>
                    </a:p>
                    <a:p>
                      <a:r>
                        <a:rPr lang="en-US" sz="1000" dirty="0" smtClean="0"/>
                        <a:t>Test repeatability of calibration over multiple cycles</a:t>
                      </a:r>
                    </a:p>
                    <a:p>
                      <a:r>
                        <a:rPr lang="en-US" sz="1000" dirty="0" smtClean="0"/>
                        <a:t>Further improvements:</a:t>
                      </a:r>
                    </a:p>
                    <a:p>
                      <a:r>
                        <a:rPr lang="en-US" sz="1000" dirty="0" smtClean="0"/>
                        <a:t>Optimize driver state handling (OFF → HOLD → RUN transition)</a:t>
                      </a:r>
                    </a:p>
                    <a:p>
                      <a:r>
                        <a:rPr lang="en-US" sz="1000" dirty="0" smtClean="0"/>
                        <a:t>Improve robustness against incorrect LIN command sequences</a:t>
                      </a:r>
                    </a:p>
                    <a:p>
                      <a:r>
                        <a:rPr lang="en-US" sz="1000" dirty="0" smtClean="0"/>
                        <a:t>Ensure smooth transition between </a:t>
                      </a:r>
                      <a:r>
                        <a:rPr lang="en-US" sz="1000" b="1" dirty="0" smtClean="0"/>
                        <a:t>calibration mode and normal operation</a:t>
                      </a:r>
                      <a:endParaRPr lang="en-US" sz="1000" dirty="0" smtClean="0"/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26425</TotalTime>
  <Words>254</Words>
  <Application>Microsoft Office PowerPoint</Application>
  <PresentationFormat>On-screen Show (4:3)</PresentationFormat>
  <Paragraphs>72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6479</cp:revision>
  <dcterms:created xsi:type="dcterms:W3CDTF">2019-10-24T04:42:23Z</dcterms:created>
  <dcterms:modified xsi:type="dcterms:W3CDTF">2026-03-17T08:36:48Z</dcterms:modified>
  <cp:version/>
</cp:coreProperties>
</file>