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11"/>
  </p:notesMasterIdLst>
  <p:handoutMasterIdLst>
    <p:handoutMasterId r:id="rId12"/>
  </p:handoutMasterIdLst>
  <p:sldIdLst>
    <p:sldId id="1137" r:id="rId2"/>
    <p:sldId id="1138" r:id="rId3"/>
    <p:sldId id="1143" r:id="rId4"/>
    <p:sldId id="1144" r:id="rId5"/>
    <p:sldId id="1147" r:id="rId6"/>
    <p:sldId id="1145" r:id="rId7"/>
    <p:sldId id="1146" r:id="rId8"/>
    <p:sldId id="1149" r:id="rId9"/>
    <p:sldId id="1141" r:id="rId10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6378" autoAdjust="0"/>
  </p:normalViewPr>
  <p:slideViewPr>
    <p:cSldViewPr snapToObjects="1">
      <p:cViewPr varScale="1">
        <p:scale>
          <a:sx n="163" d="100"/>
          <a:sy n="163" d="100"/>
        </p:scale>
        <p:origin x="4296" y="12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323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30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891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623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426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8809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5212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964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067347"/>
              </p:ext>
            </p:extLst>
          </p:nvPr>
        </p:nvGraphicFramePr>
        <p:xfrm>
          <a:off x="107504" y="620688"/>
          <a:ext cx="8928993" cy="6035428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5312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1072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T2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진행 샘플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대여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(4/9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수령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H/W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소자 편차로 인해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EOL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성능 측정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드랍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현상으로 가성 불량 발생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승인도 기준 전압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±5V,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정격 전압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532V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인가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536V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인식으로 튜닝 진행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드랍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발생 하여도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528V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까지 스펙 만족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MX5a HV,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전류 튜닝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(T2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적용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or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적용 여부 재확인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1EA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포인트 체크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HV Low, HV High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체크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문제 없을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전체 튜닝 진행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LDO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편차 높은 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(5.1V)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으로 선정하여 튜닝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MX5a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전류 튜닝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T2 Event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적용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PCBA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일정 파악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이전도 이사에게 익일 문의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92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미국 법인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요청 사항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MX5a PCB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단품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재고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41EA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처리 방안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미국에서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하여 다음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Event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소진으로 미국 법인에게 제안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 법인 양산 차종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Sub Software Version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MVa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Front V01.13 (Sub : 01)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MVa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Rear V01.13 (Sub : 01)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CVa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V01.03, (Sub : 01)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MX5a V01.00 (Sub : 01) 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549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SP1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Event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드랍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현상 관련 스탠바이 전압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동작 전압 점검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파일 첨부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02720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405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T2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T2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 대응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미국 생산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국내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일정 파악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6967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22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198448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MX5a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07504" y="1510944"/>
            <a:ext cx="88839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7914" y="1169965"/>
            <a:ext cx="576064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T2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8456" y="1808378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9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20017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성능 기준표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검토 및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 공유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818238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264" y="1177535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미국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샘플 생산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및 한국 발송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288" y="1795595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6/1~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392" y="1177535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샘플 한국 도착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및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한국 대응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416" y="1795595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8/1~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760" y="119386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Event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PCB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생산 일정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파악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7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8918" y="1811922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8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119398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HV,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 튜닝 진행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1808558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~4/17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0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8" y="119543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SP1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생산 샘플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5EA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수령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239" y="1813498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400" y="118575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5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800335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076621"/>
              </p:ext>
            </p:extLst>
          </p:nvPr>
        </p:nvGraphicFramePr>
        <p:xfrm>
          <a:off x="8381724" y="5237376"/>
          <a:ext cx="587710" cy="495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1724" y="5237376"/>
                        <a:ext cx="587710" cy="495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18282"/>
              </p:ext>
            </p:extLst>
          </p:nvPr>
        </p:nvGraphicFramePr>
        <p:xfrm>
          <a:off x="107504" y="620688"/>
          <a:ext cx="8928993" cy="4377630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NQ6e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NX5e PHEV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 증상 가능성 있음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Target Duty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있을 때만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리밋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제어 동작 코드 추가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NX5e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이슈 진행 상황 확인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NQ6e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담당자 협의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P1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 관련 유관 부서 협의 진행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 될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공정처럼 관리 및 진행 필요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NX5e PHEV, NQ6e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다름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변경 가능성 있음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HVAC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형상 변경 유무 확인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Proto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V01.01.02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유관 부서 담당자 확인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메일 발송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1042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NQ6e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24784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296" y="1214018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P1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862" y="1852431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7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21059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관련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협의 메일 발송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787" y="1852431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4/13~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928" y="121401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P1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제품 수령 후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LV, HV,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전력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튜닝 진행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6699" y="1855857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0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22963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시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공정 관리용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추가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827" y="1871470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30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250094"/>
              </p:ext>
            </p:extLst>
          </p:nvPr>
        </p:nvGraphicFramePr>
        <p:xfrm>
          <a:off x="107504" y="620688"/>
          <a:ext cx="8928993" cy="5833938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담당자 회의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정재근 책임 연구원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임제훈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사원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4/9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재통화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결과 회신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윤승구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적용된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writing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하면</a:t>
                      </a:r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정상 활성화 됨</a:t>
                      </a:r>
                      <a:r>
                        <a:rPr lang="ko-KR" altLang="en-US" sz="900" dirty="0" smtClean="0">
                          <a:latin typeface="+mn-lt"/>
                        </a:rPr>
                        <a:t/>
                      </a:r>
                      <a:br>
                        <a:rPr lang="ko-KR" altLang="en-US" sz="900" dirty="0" smtClean="0">
                          <a:latin typeface="+mn-lt"/>
                        </a:rPr>
                      </a:br>
                      <a:r>
                        <a:rPr lang="ko-KR" altLang="en-US" sz="900" dirty="0" smtClean="0">
                          <a:latin typeface="+mn-lt"/>
                        </a:rPr>
                        <a:t>  </a:t>
                      </a:r>
                      <a:r>
                        <a:rPr lang="en-US" altLang="ko-KR" sz="900" dirty="0" smtClean="0">
                          <a:latin typeface="+mn-lt"/>
                        </a:rPr>
                        <a:t>: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Secure Debug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활성화 이후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F1C0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응답이 해당 보안 상태에 맞게 유효하게 응답됨</a:t>
                      </a:r>
                      <a:r>
                        <a:rPr lang="ko-KR" altLang="en-US" sz="900" dirty="0" smtClean="0">
                          <a:latin typeface="+mn-lt"/>
                        </a:rPr>
                        <a:t/>
                      </a:r>
                      <a:br>
                        <a:rPr lang="ko-KR" altLang="en-US" sz="900" dirty="0" smtClean="0">
                          <a:latin typeface="+mn-lt"/>
                        </a:rPr>
                      </a:br>
                      <a:r>
                        <a:rPr lang="ko-KR" altLang="en-US" sz="900" dirty="0" smtClean="0">
                          <a:latin typeface="+mn-lt"/>
                        </a:rPr>
                        <a:t>  </a:t>
                      </a:r>
                      <a:r>
                        <a:rPr lang="en-US" altLang="ko-KR" sz="900" dirty="0" smtClean="0">
                          <a:latin typeface="+mn-lt"/>
                        </a:rPr>
                        <a:t>: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 Lock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후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re-writing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불가능함을 확인함</a:t>
                      </a:r>
                      <a:r>
                        <a:rPr lang="ko-KR" altLang="en-US" sz="900" dirty="0" smtClean="0">
                          <a:latin typeface="+mn-lt"/>
                        </a:rPr>
                        <a:t/>
                      </a:r>
                      <a:br>
                        <a:rPr lang="ko-KR" altLang="en-US" sz="900" dirty="0" smtClean="0">
                          <a:latin typeface="+mn-lt"/>
                        </a:rPr>
                      </a:br>
                      <a:r>
                        <a:rPr lang="ko-KR" altLang="en-US" sz="900" dirty="0" smtClean="0">
                          <a:latin typeface="+mn-lt"/>
                        </a:rPr>
                        <a:t>  </a:t>
                      </a:r>
                      <a:r>
                        <a:rPr lang="en-US" altLang="ko-KR" sz="900" dirty="0" smtClean="0">
                          <a:latin typeface="+mn-lt"/>
                        </a:rPr>
                        <a:t>: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따라서 양산 시 업데이트 불가 요구사항 측면에서도 적절하게 동작하는 것으로 판단됨</a:t>
                      </a:r>
                      <a:endParaRPr lang="en-US" altLang="ko-KR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추가 문의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윤승구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1)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양산 시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 Lock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함께 진행하는 것이 맞는지</a:t>
                      </a:r>
                      <a:endParaRPr lang="en-US" altLang="ko-KR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까지 같이 포함 되는 것이 맞습니다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사이버 보안 적용 시점 </a:t>
                      </a:r>
                      <a:r>
                        <a:rPr lang="ko-KR" altLang="en-US" sz="9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부터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re-writing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 불가능 합니다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2)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외부 통신 채널을 통한 업데이트 기능 존재 여부 확인 요청</a:t>
                      </a:r>
                      <a:endParaRPr lang="en-US" altLang="ko-KR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외부 통신 채널 및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/ LIN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등을 이용한 업데이트 기능이 없는 것이 맞습니다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적용 시점 부터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업데이트가 불가능 합니다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</a:t>
                      </a:r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 내용으로 답변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정지훈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정재근 책임과 사이버 보안 적용 시점 협의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3084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Heater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없이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높은 온도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100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수렴으로 인한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Target Duty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있을 때만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리밋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제어 동작 코드 추가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담당자에게 빠른 답변 요구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HMMC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개발 회의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4/9 16:00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본관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층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9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회의실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HMMC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개발 회의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NX5e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80" y="1233894"/>
            <a:ext cx="720000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T2 Event</a:t>
            </a:r>
            <a:endParaRPr kumimoji="1" lang="en-US" altLang="ko-KR" sz="8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950" y="1882800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6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결과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회신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88640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Core </a:t>
            </a: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Temp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Over Fault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관련 회의 진행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309" y="1886400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4/9~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1243071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적용 시점 협의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9761" y="1884910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4/9~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124434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HMMC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개발 회의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(CFT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전원 참석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995" y="188640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6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P2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제품 수령 후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LV, HV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</a:t>
            </a: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전력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튜닝 진행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496" y="1884060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00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시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공정 관리용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추가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421" y="1883839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3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4408" y="1245609"/>
            <a:ext cx="720000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LP2</a:t>
            </a:r>
            <a:endParaRPr kumimoji="1" lang="en-US" altLang="ko-KR" sz="8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3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980" y="1884069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304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 및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변경점 반영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2915" y="1883839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9/21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303" y="1240663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ISIR</a:t>
            </a:r>
          </a:p>
        </p:txBody>
      </p:sp>
      <p:sp>
        <p:nvSpPr>
          <p:cNvPr id="3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527" y="1882723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~6/9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491" y="2869791"/>
            <a:ext cx="1666223" cy="95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9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639462"/>
              </p:ext>
            </p:extLst>
          </p:nvPr>
        </p:nvGraphicFramePr>
        <p:xfrm>
          <a:off x="107504" y="620688"/>
          <a:ext cx="8928993" cy="564534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147796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위클리 미팅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다음 주 회의 마지막으로 위클리 미팅 종료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SUZUKI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위클리 미팅으로 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6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S/W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R</a:t>
                      </a:r>
                      <a:r>
                        <a:rPr lang="ko-KR" altLang="en-US" sz="9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로직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튜닝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-40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튜닝 값 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온도 체크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신형 칼로리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-40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HE1i TC 180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스탠다드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377V,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입력 전압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377V 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항속형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정격 전압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 값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(200-200)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213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216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250-250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205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207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300-300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197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199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스탠다드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377V,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입력 전압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271V 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기본형 정격 전압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 값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(200-200)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215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217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250-250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207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208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300-300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201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202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- 377V, 271V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별로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350-350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값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온도 체크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칼로리 사용 제한으로 익일 측정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CORE_R_CUT_HE1i_DR(PS)_PERCENT_OFFSET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값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차이 나는 이유 분석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스케일 값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센싱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컨버전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비교 결과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특이 사항 없음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값이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Thd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저항 값과 연관 있으니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관련 부분 비교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67800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SP1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(4/30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 납품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2671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HE1i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628800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8344" y="131803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SP1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356" y="195644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5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1460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로직 튜닝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828" y="1956447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~4/17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1316046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220EA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리라이팅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(</a:t>
            </a: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평택</a:t>
            </a: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)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1957885"/>
            <a:ext cx="1019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4/27 ~ 4/28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318034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RHD 125EA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LHD 95EA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평택 입고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959873"/>
            <a:ext cx="1019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4/27 ~ 4/28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144" y="131937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RHD 120EA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LHD 70EA</a:t>
            </a:r>
            <a:endParaRPr kumimoji="0" lang="en-US" altLang="ko-KR" sz="1000" b="1" i="0" u="none" strike="noStrike" kern="0" cap="none" spc="0" normalizeH="0" baseline="0" noProof="1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두원 납품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156" y="1961209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4/30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91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148057"/>
              </p:ext>
            </p:extLst>
          </p:nvPr>
        </p:nvGraphicFramePr>
        <p:xfrm>
          <a:off x="107504" y="620688"/>
          <a:ext cx="8928993" cy="361111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147796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위클리 미팅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AY RHD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변경점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및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EO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컷 요청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인도 법인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대비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(H/W, S/W,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기구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자료 취합 후 회신 요청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다음 주 회의 마지막으로 위클리 미팅 종료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SUZUKI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위클리 미팅으로 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668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2671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AY RHD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628800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131803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LP2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060" y="195644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27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976" y="131460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P1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대비 변경점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자료 작성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3134" y="1956447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89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239773"/>
              </p:ext>
            </p:extLst>
          </p:nvPr>
        </p:nvGraphicFramePr>
        <p:xfrm>
          <a:off x="107504" y="620688"/>
          <a:ext cx="8928993" cy="4577461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869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 </a:t>
                      </a: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PCBA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이력 확인 요청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임제훈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사원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조용선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적용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되어짐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당시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변경에서 배포 되어진 사이버 보안 적용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LP2 Event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수량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&amp;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출하 이력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외근 복귀 후 회신 예정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조용선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적용으로 생산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하게된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이력 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외근 복귀 후 회신 예정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조용선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미회신으로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익일 오전 전화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이력 및 생산 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Secure Debug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검사 항목 진행 현황 조사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12/9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부터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월까지 생산 이력 있음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발주 관련 내용 없고 선행 양산만 있다고 함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정확한 수량 및 출하 이력은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조문형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전임에게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문의 필요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조용선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MES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권한 없음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전량 사이버 보안 적용 제품으로 납품된 것으로 파악됨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수량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내용 유관 부서 공유 예정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err="1" smtClean="0">
                <a:latin typeface="+mn-ea"/>
                <a:ea typeface="+mn-ea"/>
              </a:rPr>
              <a:t>SVm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24784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1211843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M Event</a:t>
            </a: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661" y="1850256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5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30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278" y="1868044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3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936" y="122963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>
              <a:spcAft>
                <a:spcPts val="0"/>
              </a:spcAft>
              <a:defRPr/>
            </a:pPr>
            <a:r>
              <a:rPr lang="en-US" altLang="ko-KR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SV </a:t>
            </a:r>
            <a:r>
              <a:rPr lang="ko-KR" altLang="en-US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필드 </a:t>
            </a: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클레임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관련</a:t>
            </a:r>
            <a:endParaRPr lang="en-US" altLang="ko-KR" sz="1000" kern="0" noProof="1" smtClean="0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부분 작성 후</a:t>
            </a:r>
            <a:endParaRPr lang="en-US" altLang="ko-KR" sz="1000" kern="0" noProof="1" smtClean="0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회신 완료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996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184154"/>
              </p:ext>
            </p:extLst>
          </p:nvPr>
        </p:nvGraphicFramePr>
        <p:xfrm>
          <a:off x="107504" y="620688"/>
          <a:ext cx="8928993" cy="4359020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BJ1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업데이트 테스트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1) E2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미적용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환경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미적용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적용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 업데이트 가능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이후 업데이트 불가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Seure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Debug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활성화 체크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으로 응답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2) E2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적용 환경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미적용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업데이트 진행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Out Of Range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업데이트 불가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BJ1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이력 및 생산 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Secure Debug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검사 항목 진행 현황 조사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일렉스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SVm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LP2 Event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수량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&amp;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출고 이력 회신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슬로박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김예현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선임 메일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&amp;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전화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6558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전량 사이버 보안 적용 제품으로 납품된 것으로 파악됨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수량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109EA,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내용 유관 부서 공유 예정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BJ1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126424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LP2</a:t>
            </a: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565" y="190265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800" y="127155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LP2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납품 관련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현황 파악 및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공유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5316" y="1894352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1270029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M</a:t>
            </a: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196" y="1908442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6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5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154190"/>
              </p:ext>
            </p:extLst>
          </p:nvPr>
        </p:nvGraphicFramePr>
        <p:xfrm>
          <a:off x="107504" y="620688"/>
          <a:ext cx="8928993" cy="410445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6558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Proto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풀검증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Proto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문서 작성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제어사양서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로직점검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체크리스트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Release Note</a:t>
                      </a: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11487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Proto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Kick Off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4/9 14:00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XV1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127155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Proto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납품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553" y="1894352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~7/10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1270029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Proto</a:t>
            </a: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5268" y="1908442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8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126876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Kick Off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회의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5236" y="189156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72" y="126876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풀검증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&amp;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Proto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문서 작성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1891560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~7/9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graphicFrame>
        <p:nvGraphicFramePr>
          <p:cNvPr id="2" name="개체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558035"/>
              </p:ext>
            </p:extLst>
          </p:nvPr>
        </p:nvGraphicFramePr>
        <p:xfrm>
          <a:off x="8327390" y="3861048"/>
          <a:ext cx="719735" cy="607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프레젠테이션" showAsIcon="1" r:id="rId4" imgW="914400" imgH="771480" progId="PowerPoint.Show.12">
                  <p:embed/>
                </p:oleObj>
              </mc:Choice>
              <mc:Fallback>
                <p:oleObj name="프레젠테이션" showAsIcon="1" r:id="rId4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27390" y="3861048"/>
                        <a:ext cx="719735" cy="6072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927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82489"/>
              </p:ext>
            </p:extLst>
          </p:nvPr>
        </p:nvGraphicFramePr>
        <p:xfrm>
          <a:off x="107504" y="620688"/>
          <a:ext cx="8928993" cy="3645788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연구소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문서중앙화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도입을 위한 기존 연구소 파일서버의 데이터 이전 회의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중앙화에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부서별 폴더 생성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정보팀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부서별 폴더에 데이터 이전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각 부서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4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주차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~ 5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주차 서버 접속 가능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이외 일정 접속 제한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62505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원격 제어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 불가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문서 중앙화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8056" y="126876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문서중앙화</a:t>
            </a:r>
            <a:endParaRPr kumimoji="0" lang="en-US" altLang="ko-KR" sz="1000" b="1" i="0" u="none" strike="noStrike" kern="0" cap="none" spc="0" normalizeH="0" baseline="0" noProof="1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데이터 이전 회의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1572" y="1891560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3/26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0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28551</TotalTime>
  <Words>1736</Words>
  <Application>Microsoft Office PowerPoint</Application>
  <PresentationFormat>화면 슬라이드 쇼(4:3)</PresentationFormat>
  <Paragraphs>370</Paragraphs>
  <Slides>9</Slides>
  <Notes>9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굴림</vt:lpstr>
      <vt:lpstr>맑은 고딕</vt:lpstr>
      <vt:lpstr>현대하모니 B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6743</cp:revision>
  <dcterms:created xsi:type="dcterms:W3CDTF">2019-10-24T04:42:23Z</dcterms:created>
  <dcterms:modified xsi:type="dcterms:W3CDTF">2026-04-08T12:18:18Z</dcterms:modified>
  <cp:version/>
</cp:coreProperties>
</file>