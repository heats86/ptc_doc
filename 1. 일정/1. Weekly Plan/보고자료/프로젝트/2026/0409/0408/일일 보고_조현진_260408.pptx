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710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3442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237551"/>
              </p:ext>
            </p:extLst>
          </p:nvPr>
        </p:nvGraphicFramePr>
        <p:xfrm>
          <a:off x="60663" y="620689"/>
          <a:ext cx="9047224" cy="5757850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608789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4144555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8732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2026-04-07】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>
                          <a:latin typeface="+mj-lt"/>
                        </a:rPr>
                        <a:t>PWM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순차제어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</a:rPr>
                        <a:t>Toggle Mode </a:t>
                      </a:r>
                      <a:r>
                        <a:rPr lang="ko-KR" altLang="en-US" sz="900" dirty="0" smtClean="0">
                          <a:latin typeface="+mj-lt"/>
                        </a:rPr>
                        <a:t>변경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1) </a:t>
                      </a:r>
                      <a:r>
                        <a:rPr lang="ko-KR" altLang="en-US" sz="900" dirty="0" smtClean="0">
                          <a:latin typeface="+mj-lt"/>
                        </a:rPr>
                        <a:t>기존 </a:t>
                      </a:r>
                      <a:r>
                        <a:rPr lang="en-US" altLang="ko-KR" sz="900" dirty="0" smtClean="0">
                          <a:latin typeface="+mj-lt"/>
                        </a:rPr>
                        <a:t>PWM Mode 1/Mode 2 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>
                          <a:latin typeface="+mj-lt"/>
                        </a:rPr>
                        <a:t> Toggle Mode(0x30) + CC ISR </a:t>
                      </a:r>
                      <a:r>
                        <a:rPr lang="ko-KR" altLang="en-US" sz="900" dirty="0" smtClean="0">
                          <a:latin typeface="+mj-lt"/>
                        </a:rPr>
                        <a:t>전환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2) </a:t>
                      </a:r>
                      <a:r>
                        <a:rPr lang="ko-KR" altLang="en-US" sz="900" dirty="0" smtClean="0">
                          <a:latin typeface="+mj-lt"/>
                        </a:rPr>
                        <a:t>핀 상태 피드백</a:t>
                      </a:r>
                      <a:r>
                        <a:rPr lang="en-US" altLang="ko-KR" sz="900" dirty="0" smtClean="0">
                          <a:latin typeface="+mj-lt"/>
                        </a:rPr>
                        <a:t>(PC_IDR </a:t>
                      </a:r>
                      <a:r>
                        <a:rPr lang="ko-KR" altLang="en-US" sz="900" dirty="0" smtClean="0">
                          <a:latin typeface="+mj-lt"/>
                        </a:rPr>
                        <a:t>읽기</a:t>
                      </a:r>
                      <a:r>
                        <a:rPr lang="en-US" altLang="ko-KR" sz="900" dirty="0" smtClean="0">
                          <a:latin typeface="+mj-lt"/>
                        </a:rPr>
                        <a:t>) </a:t>
                      </a:r>
                      <a:r>
                        <a:rPr lang="ko-KR" altLang="en-US" sz="900" dirty="0" smtClean="0">
                          <a:latin typeface="+mj-lt"/>
                        </a:rPr>
                        <a:t>추가하여 정확한 </a:t>
                      </a:r>
                      <a:r>
                        <a:rPr lang="en-US" altLang="ko-KR" sz="900" dirty="0" smtClean="0">
                          <a:latin typeface="+mj-lt"/>
                        </a:rPr>
                        <a:t>duty </a:t>
                      </a:r>
                      <a:r>
                        <a:rPr lang="ko-KR" altLang="en-US" sz="900" dirty="0" smtClean="0">
                          <a:latin typeface="+mj-lt"/>
                        </a:rPr>
                        <a:t>제어 구현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3) Full turn(100%) </a:t>
                      </a:r>
                      <a:r>
                        <a:rPr lang="ko-KR" altLang="en-US" sz="900" dirty="0" smtClean="0">
                          <a:latin typeface="+mj-lt"/>
                        </a:rPr>
                        <a:t>시 양 채널 </a:t>
                      </a:r>
                      <a:r>
                        <a:rPr lang="en-US" altLang="ko-KR" sz="900" dirty="0" smtClean="0">
                          <a:latin typeface="+mj-lt"/>
                        </a:rPr>
                        <a:t>Forced HIGH </a:t>
                      </a:r>
                      <a:r>
                        <a:rPr lang="ko-KR" altLang="en-US" sz="900" dirty="0" smtClean="0">
                          <a:latin typeface="+mj-lt"/>
                        </a:rPr>
                        <a:t>처리</a:t>
                      </a:r>
                      <a:endParaRPr lang="en-US" altLang="ko-KR" sz="900" dirty="0" smtClean="0">
                        <a:latin typeface="+mj-lt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smtClean="0">
                          <a:latin typeface="+mj-lt"/>
                        </a:rPr>
                        <a:t>전류 센서 필터 강화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1)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이동평균</a:t>
                      </a:r>
                      <a:r>
                        <a:rPr lang="ko-KR" altLang="en-US" sz="900" dirty="0" smtClean="0">
                          <a:latin typeface="+mj-lt"/>
                        </a:rPr>
                        <a:t> 버퍼 </a:t>
                      </a:r>
                      <a:r>
                        <a:rPr lang="en-US" altLang="ko-KR" sz="900" dirty="0" smtClean="0">
                          <a:latin typeface="+mj-lt"/>
                        </a:rPr>
                        <a:t>32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>
                          <a:latin typeface="+mj-lt"/>
                        </a:rPr>
                        <a:t>100 samples</a:t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2) </a:t>
                      </a:r>
                      <a:r>
                        <a:rPr lang="ko-KR" altLang="en-US" sz="900" dirty="0" smtClean="0">
                          <a:latin typeface="+mj-lt"/>
                        </a:rPr>
                        <a:t>전류 센서 정상 동작 확인 완료</a:t>
                      </a:r>
                      <a:endParaRPr lang="en-US" altLang="ko-KR" sz="900" dirty="0" smtClean="0">
                        <a:latin typeface="+mj-lt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>
                          <a:latin typeface="+mj-lt"/>
                        </a:rPr>
                        <a:t>R-Logic v2.0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리팩토링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1) 3-state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상태머신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</a:rPr>
                        <a:t>(OFF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>
                          <a:latin typeface="+mj-lt"/>
                        </a:rPr>
                        <a:t>READY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>
                          <a:latin typeface="+mj-lt"/>
                        </a:rPr>
                        <a:t>RUN) </a:t>
                      </a:r>
                      <a:r>
                        <a:rPr lang="ko-KR" altLang="en-US" sz="900" dirty="0" smtClean="0">
                          <a:latin typeface="+mj-lt"/>
                        </a:rPr>
                        <a:t>적용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2) 30</a:t>
                      </a:r>
                      <a:r>
                        <a:rPr lang="ko-KR" altLang="en-US" sz="900" dirty="0" smtClean="0">
                          <a:latin typeface="+mj-lt"/>
                        </a:rPr>
                        <a:t>초 안정화 대기 </a:t>
                      </a:r>
                      <a:r>
                        <a:rPr lang="en-US" altLang="ko-KR" sz="900" dirty="0" smtClean="0">
                          <a:latin typeface="+mj-lt"/>
                        </a:rPr>
                        <a:t>+ </a:t>
                      </a:r>
                      <a:r>
                        <a:rPr lang="ko-KR" altLang="en-US" sz="900" dirty="0" smtClean="0">
                          <a:latin typeface="+mj-lt"/>
                        </a:rPr>
                        <a:t>전압</a:t>
                      </a:r>
                      <a:r>
                        <a:rPr lang="en-US" altLang="ko-KR" sz="900" dirty="0" smtClean="0">
                          <a:latin typeface="+mj-lt"/>
                        </a:rPr>
                        <a:t>/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전력명령</a:t>
                      </a:r>
                      <a:r>
                        <a:rPr lang="ko-KR" altLang="en-US" sz="900" dirty="0" smtClean="0">
                          <a:latin typeface="+mj-lt"/>
                        </a:rPr>
                        <a:t> 변동 시 자동 리셋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3) </a:t>
                      </a:r>
                      <a:r>
                        <a:rPr lang="ko-KR" altLang="en-US" sz="900" dirty="0" smtClean="0">
                          <a:latin typeface="+mj-lt"/>
                        </a:rPr>
                        <a:t>동적 </a:t>
                      </a:r>
                      <a:r>
                        <a:rPr lang="en-US" altLang="ko-KR" sz="900" dirty="0" smtClean="0">
                          <a:latin typeface="+mj-lt"/>
                        </a:rPr>
                        <a:t>threshold </a:t>
                      </a:r>
                      <a:r>
                        <a:rPr lang="ko-KR" altLang="en-US" sz="900" dirty="0" smtClean="0">
                          <a:latin typeface="+mj-lt"/>
                        </a:rPr>
                        <a:t>학습 </a:t>
                      </a:r>
                      <a:r>
                        <a:rPr lang="en-US" altLang="ko-KR" sz="900" dirty="0" smtClean="0">
                          <a:latin typeface="+mj-lt"/>
                        </a:rPr>
                        <a:t>(target R × 140%) </a:t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4) 2</a:t>
                      </a:r>
                      <a:r>
                        <a:rPr lang="ko-KR" altLang="en-US" sz="900" dirty="0" smtClean="0">
                          <a:latin typeface="+mj-lt"/>
                        </a:rPr>
                        <a:t>회</a:t>
                      </a:r>
                      <a:r>
                        <a:rPr lang="en-US" altLang="ko-KR" sz="900" dirty="0" smtClean="0">
                          <a:latin typeface="+mj-lt"/>
                        </a:rPr>
                        <a:t> </a:t>
                      </a:r>
                      <a:r>
                        <a:rPr lang="ko-KR" altLang="en-US" sz="900" dirty="0" smtClean="0">
                          <a:latin typeface="+mj-lt"/>
                        </a:rPr>
                        <a:t>검증</a:t>
                      </a:r>
                      <a:r>
                        <a:rPr lang="en-US" altLang="ko-KR" sz="900" dirty="0" smtClean="0">
                          <a:latin typeface="+mj-lt"/>
                        </a:rPr>
                        <a:t>: </a:t>
                      </a:r>
                      <a:r>
                        <a:rPr lang="ko-KR" altLang="en-US" sz="900" dirty="0" smtClean="0">
                          <a:latin typeface="+mj-lt"/>
                        </a:rPr>
                        <a:t>오진 방지 </a:t>
                      </a:r>
                      <a:r>
                        <a:rPr lang="en-US" altLang="ko-KR" sz="900" dirty="0" smtClean="0">
                          <a:latin typeface="+mj-lt"/>
                        </a:rPr>
                        <a:t>(1</a:t>
                      </a:r>
                      <a:r>
                        <a:rPr lang="ko-KR" altLang="en-US" sz="900" dirty="0" smtClean="0">
                          <a:latin typeface="+mj-lt"/>
                        </a:rPr>
                        <a:t>차 감지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재안정화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>
                          <a:latin typeface="+mj-lt"/>
                        </a:rPr>
                        <a:t>2</a:t>
                      </a:r>
                      <a:r>
                        <a:rPr lang="ko-KR" altLang="en-US" sz="900" dirty="0" smtClean="0">
                          <a:latin typeface="+mj-lt"/>
                        </a:rPr>
                        <a:t>차 확인</a:t>
                      </a:r>
                      <a:r>
                        <a:rPr lang="en-US" altLang="ko-KR" sz="900" dirty="0" smtClean="0">
                          <a:latin typeface="+mj-lt"/>
                        </a:rPr>
                        <a:t>) </a:t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5) </a:t>
                      </a:r>
                      <a:r>
                        <a:rPr lang="ko-KR" altLang="en-US" sz="900" dirty="0" smtClean="0">
                          <a:latin typeface="+mj-lt"/>
                        </a:rPr>
                        <a:t>확정 </a:t>
                      </a:r>
                      <a:r>
                        <a:rPr lang="en-US" altLang="ko-KR" sz="900" dirty="0" smtClean="0">
                          <a:latin typeface="+mj-lt"/>
                        </a:rPr>
                        <a:t>fault </a:t>
                      </a:r>
                      <a:r>
                        <a:rPr lang="ko-KR" altLang="en-US" sz="900" dirty="0" smtClean="0">
                          <a:latin typeface="+mj-lt"/>
                        </a:rPr>
                        <a:t>시 </a:t>
                      </a:r>
                      <a:r>
                        <a:rPr lang="en-US" altLang="ko-KR" sz="900" dirty="0" smtClean="0">
                          <a:latin typeface="+mj-lt"/>
                        </a:rPr>
                        <a:t>HC_FAULT (QV </a:t>
                      </a:r>
                      <a:r>
                        <a:rPr lang="ko-KR" altLang="en-US" sz="900" dirty="0" smtClean="0">
                          <a:latin typeface="+mj-lt"/>
                        </a:rPr>
                        <a:t>동일</a:t>
                      </a:r>
                      <a:r>
                        <a:rPr lang="en-US" altLang="ko-KR" sz="900" dirty="0" smtClean="0">
                          <a:latin typeface="+mj-lt"/>
                        </a:rPr>
                        <a:t>), 300</a:t>
                      </a:r>
                      <a:r>
                        <a:rPr lang="ko-KR" altLang="en-US" sz="900" dirty="0" smtClean="0">
                          <a:latin typeface="+mj-lt"/>
                        </a:rPr>
                        <a:t>초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쿨다운</a:t>
                      </a:r>
                      <a:r>
                        <a:rPr lang="ko-KR" altLang="en-US" sz="900" dirty="0" smtClean="0">
                          <a:latin typeface="+mj-lt"/>
                        </a:rPr>
                        <a:t> 후 자동 재시도 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6) W </a:t>
                      </a:r>
                      <a:r>
                        <a:rPr lang="ko-KR" altLang="en-US" sz="900" dirty="0" smtClean="0">
                          <a:latin typeface="+mj-lt"/>
                        </a:rPr>
                        <a:t>제어 </a:t>
                      </a:r>
                      <a:r>
                        <a:rPr lang="en-US" altLang="ko-KR" sz="900" dirty="0" smtClean="0">
                          <a:latin typeface="+mj-lt"/>
                        </a:rPr>
                        <a:t>/ duty </a:t>
                      </a:r>
                      <a:r>
                        <a:rPr lang="ko-KR" altLang="en-US" sz="900" dirty="0" smtClean="0">
                          <a:latin typeface="+mj-lt"/>
                        </a:rPr>
                        <a:t>제어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전처리기</a:t>
                      </a:r>
                      <a:r>
                        <a:rPr lang="ko-KR" altLang="en-US" sz="900" dirty="0" smtClean="0">
                          <a:latin typeface="+mj-lt"/>
                        </a:rPr>
                        <a:t> 분리 </a:t>
                      </a:r>
                      <a:r>
                        <a:rPr lang="en-US" altLang="ko-KR" sz="900" dirty="0" smtClean="0">
                          <a:latin typeface="+mj-lt"/>
                        </a:rPr>
                        <a:t>(#if RLOGIC_DUTY_CTRL)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- 2026-04-08】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dirty="0" smtClean="0">
                          <a:latin typeface="+mj-lt"/>
                        </a:rPr>
                        <a:t>Center-Aligned HW PWM </a:t>
                      </a:r>
                      <a:r>
                        <a:rPr lang="ko-KR" altLang="en-US" sz="900" dirty="0" smtClean="0">
                          <a:latin typeface="+mj-lt"/>
                        </a:rPr>
                        <a:t>전환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1)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</a:rPr>
                        <a:t>TIM1 center-aligned 12.5Hz </a:t>
                      </a:r>
                      <a:r>
                        <a:rPr lang="ko-KR" altLang="en-US" sz="900" dirty="0" smtClean="0">
                          <a:latin typeface="+mj-lt"/>
                        </a:rPr>
                        <a:t>전환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2) HW </a:t>
                      </a:r>
                      <a:r>
                        <a:rPr lang="ko-KR" altLang="en-US" sz="900" dirty="0" smtClean="0">
                          <a:latin typeface="+mj-lt"/>
                        </a:rPr>
                        <a:t>회로도 사양과 정합 </a:t>
                      </a:r>
                      <a:r>
                        <a:rPr lang="en-US" altLang="ko-KR" sz="900" dirty="0" smtClean="0">
                          <a:latin typeface="+mj-lt"/>
                        </a:rPr>
                        <a:t>(12.5Hz = 16MHz </a:t>
                      </a:r>
                      <a:r>
                        <a:rPr lang="ko-KR" altLang="en-US" sz="900" dirty="0" smtClean="0">
                          <a:latin typeface="+mj-lt"/>
                        </a:rPr>
                        <a:t>유일 정수해</a:t>
                      </a:r>
                      <a:r>
                        <a:rPr lang="en-US" altLang="ko-KR" sz="900" dirty="0" smtClean="0">
                          <a:latin typeface="+mj-lt"/>
                        </a:rPr>
                        <a:t>)</a:t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3) </a:t>
                      </a:r>
                      <a:r>
                        <a:rPr lang="ko-KR" altLang="en-US" sz="900" dirty="0" smtClean="0">
                          <a:latin typeface="+mj-lt"/>
                        </a:rPr>
                        <a:t>동일 </a:t>
                      </a:r>
                      <a:r>
                        <a:rPr lang="en-US" altLang="ko-KR" sz="900" dirty="0" smtClean="0">
                          <a:latin typeface="+mj-lt"/>
                        </a:rPr>
                        <a:t>CCR</a:t>
                      </a:r>
                      <a:r>
                        <a:rPr lang="ko-KR" altLang="en-US" sz="900" dirty="0" smtClean="0">
                          <a:latin typeface="+mj-lt"/>
                        </a:rPr>
                        <a:t>로 </a:t>
                      </a:r>
                      <a:r>
                        <a:rPr lang="en-US" altLang="ko-KR" sz="900" dirty="0" smtClean="0">
                          <a:latin typeface="+mj-lt"/>
                        </a:rPr>
                        <a:t>180°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인터리브</a:t>
                      </a:r>
                      <a:r>
                        <a:rPr lang="ko-KR" altLang="en-US" sz="900" dirty="0" smtClean="0">
                          <a:latin typeface="+mj-lt"/>
                        </a:rPr>
                        <a:t> 자동 생성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4) Toggle ISR(60</a:t>
                      </a:r>
                      <a:r>
                        <a:rPr lang="ko-KR" altLang="en-US" sz="900" dirty="0" smtClean="0">
                          <a:latin typeface="+mj-lt"/>
                        </a:rPr>
                        <a:t>줄</a:t>
                      </a:r>
                      <a:r>
                        <a:rPr lang="en-US" altLang="ko-KR" sz="900" dirty="0" smtClean="0">
                          <a:latin typeface="+mj-lt"/>
                        </a:rPr>
                        <a:t>) </a:t>
                      </a:r>
                      <a:r>
                        <a:rPr lang="ko-KR" altLang="en-US" sz="900" dirty="0" smtClean="0">
                          <a:latin typeface="+mj-lt"/>
                        </a:rPr>
                        <a:t>삭제</a:t>
                      </a:r>
                      <a:r>
                        <a:rPr lang="en-US" altLang="ko-KR" sz="900" dirty="0" smtClean="0">
                          <a:latin typeface="+mj-lt"/>
                        </a:rPr>
                        <a:t>, CPU </a:t>
                      </a:r>
                      <a:r>
                        <a:rPr lang="ko-KR" altLang="en-US" sz="900" dirty="0" smtClean="0">
                          <a:latin typeface="+mj-lt"/>
                        </a:rPr>
                        <a:t>부하 제거 </a:t>
                      </a:r>
                      <a:r>
                        <a:rPr lang="en-US" altLang="ko-KR" sz="900" dirty="0" smtClean="0">
                          <a:latin typeface="+mj-lt"/>
                        </a:rPr>
                        <a:t>(CC ISR 50</a:t>
                      </a:r>
                      <a:r>
                        <a:rPr lang="ko-KR" altLang="en-US" sz="900" dirty="0" smtClean="0">
                          <a:latin typeface="+mj-lt"/>
                        </a:rPr>
                        <a:t>회</a:t>
                      </a:r>
                      <a:r>
                        <a:rPr lang="en-US" altLang="ko-KR" sz="900" dirty="0" smtClean="0">
                          <a:latin typeface="+mj-lt"/>
                        </a:rPr>
                        <a:t>/</a:t>
                      </a:r>
                      <a:r>
                        <a:rPr lang="ko-KR" altLang="en-US" sz="900" dirty="0" smtClean="0">
                          <a:latin typeface="+mj-lt"/>
                        </a:rPr>
                        <a:t>초 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</a:rPr>
                        <a:t>0</a:t>
                      </a:r>
                      <a:r>
                        <a:rPr lang="ko-KR" altLang="en-US" sz="900" dirty="0" smtClean="0">
                          <a:latin typeface="+mj-lt"/>
                        </a:rPr>
                        <a:t>회</a:t>
                      </a:r>
                      <a:r>
                        <a:rPr lang="en-US" altLang="ko-KR" sz="900" dirty="0" smtClean="0">
                          <a:latin typeface="+mj-lt"/>
                        </a:rPr>
                        <a:t>/</a:t>
                      </a:r>
                      <a:r>
                        <a:rPr lang="ko-KR" altLang="en-US" sz="900" dirty="0" smtClean="0">
                          <a:latin typeface="+mj-lt"/>
                        </a:rPr>
                        <a:t>초</a:t>
                      </a:r>
                      <a:r>
                        <a:rPr lang="en-US" altLang="ko-KR" sz="900" dirty="0" smtClean="0">
                          <a:latin typeface="+mj-lt"/>
                        </a:rPr>
                        <a:t>)</a:t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5)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수석님</a:t>
                      </a:r>
                      <a:r>
                        <a:rPr lang="ko-KR" altLang="en-US" sz="900" dirty="0" smtClean="0">
                          <a:latin typeface="+mj-lt"/>
                        </a:rPr>
                        <a:t> 피드백 확인</a:t>
                      </a:r>
                      <a:r>
                        <a:rPr lang="en-US" altLang="ko-KR" sz="900" dirty="0" smtClean="0">
                          <a:latin typeface="+mj-lt"/>
                        </a:rPr>
                        <a:t>: AF(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얼터너티브</a:t>
                      </a:r>
                      <a:r>
                        <a:rPr lang="en-US" altLang="ko-KR" sz="900" dirty="0" smtClean="0">
                          <a:latin typeface="+mj-lt"/>
                        </a:rPr>
                        <a:t>) </a:t>
                      </a:r>
                      <a:r>
                        <a:rPr lang="ko-KR" altLang="en-US" sz="900" dirty="0" smtClean="0">
                          <a:latin typeface="+mj-lt"/>
                        </a:rPr>
                        <a:t>모드 사용</a:t>
                      </a:r>
                      <a:r>
                        <a:rPr lang="en-US" altLang="ko-KR" sz="900" dirty="0" smtClean="0">
                          <a:latin typeface="+mj-lt"/>
                        </a:rPr>
                        <a:t>, Force High </a:t>
                      </a:r>
                      <a:r>
                        <a:rPr lang="ko-KR" altLang="en-US" sz="900" dirty="0" smtClean="0">
                          <a:latin typeface="+mj-lt"/>
                        </a:rPr>
                        <a:t>불필요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    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dirty="0" smtClean="0">
                          <a:latin typeface="+mj-lt"/>
                        </a:rPr>
                        <a:t>수정 파일</a:t>
                      </a:r>
                      <a:r>
                        <a:rPr lang="en-US" altLang="ko-KR" sz="900" dirty="0" smtClean="0">
                          <a:latin typeface="+mj-lt"/>
                        </a:rPr>
                        <a:t>: stm8_timer.c/h, </a:t>
                      </a:r>
                      <a:r>
                        <a:rPr lang="en-US" altLang="ko-KR" sz="900" dirty="0" err="1" smtClean="0">
                          <a:latin typeface="+mj-lt"/>
                        </a:rPr>
                        <a:t>hal_pwm.c</a:t>
                      </a:r>
                      <a:r>
                        <a:rPr lang="en-US" altLang="ko-KR" sz="900" dirty="0" smtClean="0">
                          <a:latin typeface="+mj-lt"/>
                        </a:rPr>
                        <a:t>/h, </a:t>
                      </a:r>
                      <a:r>
                        <a:rPr lang="en-US" altLang="ko-KR" sz="900" dirty="0" err="1" smtClean="0">
                          <a:latin typeface="+mj-lt"/>
                        </a:rPr>
                        <a:t>hal_timer.c</a:t>
                      </a:r>
                      <a:endParaRPr lang="en-US" altLang="ko-KR" sz="900" dirty="0" smtClean="0">
                        <a:latin typeface="+mj-lt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PI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GAIN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1) </a:t>
                      </a:r>
                      <a:r>
                        <a:rPr lang="en-US" altLang="ko-KR" sz="900" dirty="0" smtClean="0">
                          <a:latin typeface="+mj-lt"/>
                        </a:rPr>
                        <a:t>QV: </a:t>
                      </a:r>
                      <a:r>
                        <a:rPr lang="ko-KR" altLang="en-US" sz="900" dirty="0" smtClean="0">
                          <a:latin typeface="+mj-lt"/>
                        </a:rPr>
                        <a:t>순수 </a:t>
                      </a:r>
                      <a:r>
                        <a:rPr lang="en-US" altLang="ko-KR" sz="900" dirty="0" smtClean="0">
                          <a:latin typeface="+mj-lt"/>
                        </a:rPr>
                        <a:t>PI (</a:t>
                      </a:r>
                      <a:r>
                        <a:rPr lang="en-US" altLang="ko-KR" sz="900" dirty="0" err="1" smtClean="0">
                          <a:latin typeface="+mj-lt"/>
                        </a:rPr>
                        <a:t>kP</a:t>
                      </a:r>
                      <a:r>
                        <a:rPr lang="en-US" altLang="ko-KR" sz="900" dirty="0" smtClean="0">
                          <a:latin typeface="+mj-lt"/>
                        </a:rPr>
                        <a:t>=12, </a:t>
                      </a:r>
                      <a:r>
                        <a:rPr lang="en-US" altLang="ko-KR" sz="900" dirty="0" err="1" smtClean="0">
                          <a:latin typeface="+mj-lt"/>
                        </a:rPr>
                        <a:t>kI</a:t>
                      </a:r>
                      <a:r>
                        <a:rPr lang="en-US" altLang="ko-KR" sz="900" dirty="0" smtClean="0">
                          <a:latin typeface="+mj-lt"/>
                        </a:rPr>
                        <a:t>=6), Y2V: Feedforward + PI (</a:t>
                      </a:r>
                      <a:r>
                        <a:rPr lang="en-US" altLang="ko-KR" sz="900" dirty="0" err="1" smtClean="0">
                          <a:latin typeface="+mj-lt"/>
                        </a:rPr>
                        <a:t>kP</a:t>
                      </a:r>
                      <a:r>
                        <a:rPr lang="en-US" altLang="ko-KR" sz="900" dirty="0" smtClean="0">
                          <a:latin typeface="+mj-lt"/>
                        </a:rPr>
                        <a:t>=0.05, </a:t>
                      </a:r>
                      <a:r>
                        <a:rPr lang="en-US" altLang="ko-KR" sz="900" dirty="0" err="1" smtClean="0">
                          <a:latin typeface="+mj-lt"/>
                        </a:rPr>
                        <a:t>kI</a:t>
                      </a:r>
                      <a:r>
                        <a:rPr lang="en-US" altLang="ko-KR" sz="900" dirty="0" smtClean="0">
                          <a:latin typeface="+mj-lt"/>
                        </a:rPr>
                        <a:t>=0.002)</a:t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2) 12.5Hz </a:t>
                      </a:r>
                      <a:r>
                        <a:rPr lang="ko-KR" altLang="en-US" sz="900" dirty="0" smtClean="0">
                          <a:latin typeface="+mj-lt"/>
                        </a:rPr>
                        <a:t>전환 시 </a:t>
                      </a:r>
                      <a:r>
                        <a:rPr lang="en-US" altLang="ko-KR" sz="900" dirty="0" smtClean="0">
                          <a:latin typeface="+mj-lt"/>
                        </a:rPr>
                        <a:t>PI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재튜닝</a:t>
                      </a:r>
                      <a:r>
                        <a:rPr lang="ko-KR" altLang="en-US" sz="900" dirty="0" smtClean="0">
                          <a:latin typeface="+mj-lt"/>
                        </a:rPr>
                        <a:t> 불필요 </a:t>
                      </a:r>
                      <a:r>
                        <a:rPr lang="en-US" altLang="ko-KR" sz="900" dirty="0" smtClean="0">
                          <a:latin typeface="+mj-lt"/>
                        </a:rPr>
                        <a:t>(thermal mass &gt;&gt; PWM </a:t>
                      </a:r>
                      <a:r>
                        <a:rPr lang="ko-KR" altLang="en-US" sz="900" dirty="0" smtClean="0">
                          <a:latin typeface="+mj-lt"/>
                        </a:rPr>
                        <a:t>주기</a:t>
                      </a:r>
                      <a:r>
                        <a:rPr lang="en-US" altLang="ko-KR" sz="900" dirty="0" smtClean="0">
                          <a:latin typeface="+mj-lt"/>
                        </a:rPr>
                        <a:t>)</a:t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3) </a:t>
                      </a:r>
                      <a:r>
                        <a:rPr lang="ko-KR" altLang="en-US" sz="900" dirty="0" smtClean="0">
                          <a:latin typeface="+mj-lt"/>
                        </a:rPr>
                        <a:t>전류 측정 품질 향상 </a:t>
                      </a:r>
                      <a:r>
                        <a:rPr lang="en-US" altLang="ko-KR" sz="900" dirty="0" smtClean="0">
                          <a:latin typeface="+mj-lt"/>
                        </a:rPr>
                        <a:t>(MAVG 80-tap = 12.5Hz </a:t>
                      </a:r>
                      <a:r>
                        <a:rPr lang="ko-KR" altLang="en-US" sz="900" dirty="0" smtClean="0">
                          <a:latin typeface="+mj-lt"/>
                        </a:rPr>
                        <a:t>완벽 영점</a:t>
                      </a:r>
                      <a:r>
                        <a:rPr lang="en-US" altLang="ko-KR" sz="900" dirty="0" smtClean="0">
                          <a:latin typeface="+mj-lt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 smtClean="0">
                          <a:latin typeface="+mj-lt"/>
                        </a:rPr>
                        <a:t>검증 문서 작성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1) QV </a:t>
                      </a:r>
                      <a:r>
                        <a:rPr lang="ko-KR" altLang="en-US" sz="900" dirty="0" err="1" smtClean="0">
                          <a:latin typeface="+mj-lt"/>
                        </a:rPr>
                        <a:t>로직점검</a:t>
                      </a:r>
                      <a:r>
                        <a:rPr lang="ko-KR" altLang="en-US" sz="900" dirty="0" smtClean="0">
                          <a:latin typeface="+mj-lt"/>
                        </a:rPr>
                        <a:t> 체크리스트 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</a:rPr>
                        <a:t>Y2V </a:t>
                      </a:r>
                      <a:r>
                        <a:rPr lang="ko-KR" altLang="en-US" sz="900" dirty="0" smtClean="0">
                          <a:latin typeface="+mj-lt"/>
                        </a:rPr>
                        <a:t>변환 </a:t>
                      </a:r>
                      <a:r>
                        <a:rPr lang="en-US" altLang="ko-KR" sz="900" dirty="0" smtClean="0">
                          <a:latin typeface="+mj-lt"/>
                        </a:rPr>
                        <a:t>(32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>
                          <a:latin typeface="+mj-lt"/>
                        </a:rPr>
                        <a:t>24 cases)</a:t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2) QV QTC 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>
                          <a:latin typeface="+mj-lt"/>
                        </a:rPr>
                        <a:t> Y2V </a:t>
                      </a:r>
                      <a:r>
                        <a:rPr lang="ko-KR" altLang="en-US" sz="900" dirty="0" smtClean="0">
                          <a:latin typeface="+mj-lt"/>
                        </a:rPr>
                        <a:t>변환 </a:t>
                      </a:r>
                      <a:r>
                        <a:rPr lang="en-US" altLang="ko-KR" sz="900" dirty="0" smtClean="0">
                          <a:latin typeface="+mj-lt"/>
                        </a:rPr>
                        <a:t>(164</a:t>
                      </a:r>
                      <a:r>
                        <a:rPr lang="en-US" altLang="ko-KR" sz="900" dirty="0" smtClean="0">
                          <a:latin typeface="+mj-lt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900" dirty="0" smtClean="0">
                          <a:latin typeface="+mj-lt"/>
                        </a:rPr>
                        <a:t>130 T/C)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smtClean="0">
                          <a:latin typeface="+mj-lt"/>
                        </a:rPr>
                        <a:t>R-Logic Debug Disable </a:t>
                      </a:r>
                      <a:r>
                        <a:rPr lang="ko-KR" altLang="en-US" sz="900" dirty="0" smtClean="0">
                          <a:latin typeface="+mj-lt"/>
                        </a:rPr>
                        <a:t>추가</a:t>
                      </a:r>
                      <a:r>
                        <a:rPr lang="en-US" altLang="ko-KR" sz="900" dirty="0" smtClean="0">
                          <a:latin typeface="+mj-lt"/>
                        </a:rPr>
                        <a:t/>
                      </a:r>
                      <a:br>
                        <a:rPr lang="en-US" altLang="ko-KR" sz="900" dirty="0" smtClean="0">
                          <a:latin typeface="+mj-lt"/>
                        </a:rPr>
                      </a:br>
                      <a:r>
                        <a:rPr lang="en-US" altLang="ko-KR" sz="900" dirty="0" smtClean="0">
                          <a:latin typeface="+mj-lt"/>
                        </a:rPr>
                        <a:t>1) RLOGIC_DEBUG_DISABLE define </a:t>
                      </a:r>
                      <a:r>
                        <a:rPr lang="ko-KR" altLang="en-US" sz="900" dirty="0" smtClean="0">
                          <a:latin typeface="+mj-lt"/>
                        </a:rPr>
                        <a:t>추가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8297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11672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dirty="0" err="1" smtClean="0">
                          <a:latin typeface="+mj-lt"/>
                        </a:rPr>
                        <a:t>기구물</a:t>
                      </a:r>
                      <a:r>
                        <a:rPr lang="ko-KR" altLang="en-US" sz="900" dirty="0" smtClean="0">
                          <a:latin typeface="+mj-lt"/>
                        </a:rPr>
                        <a:t> </a:t>
                      </a:r>
                      <a:r>
                        <a:rPr lang="en-US" altLang="ko-KR" sz="900" dirty="0" smtClean="0">
                          <a:latin typeface="+mj-lt"/>
                        </a:rPr>
                        <a:t>+ PCB</a:t>
                      </a:r>
                      <a:r>
                        <a:rPr lang="ko-KR" altLang="en-US" sz="900" dirty="0" smtClean="0">
                          <a:latin typeface="+mj-lt"/>
                        </a:rPr>
                        <a:t> 결합 이후에도 </a:t>
                      </a:r>
                      <a:r>
                        <a:rPr lang="en-US" altLang="ko-KR" sz="900" dirty="0" smtClean="0">
                          <a:latin typeface="+mj-lt"/>
                        </a:rPr>
                        <a:t>HV </a:t>
                      </a:r>
                      <a:r>
                        <a:rPr lang="ko-KR" altLang="en-US" sz="900" dirty="0" smtClean="0">
                          <a:latin typeface="+mj-lt"/>
                        </a:rPr>
                        <a:t>인가하면 </a:t>
                      </a:r>
                      <a:r>
                        <a:rPr lang="en-US" altLang="ko-KR" sz="900" dirty="0" smtClean="0">
                          <a:latin typeface="+mj-lt"/>
                        </a:rPr>
                        <a:t>15VCC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전압 스윙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054174"/>
              </p:ext>
            </p:extLst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4"/>
            <a:ext cx="9047223" cy="694832"/>
            <a:chOff x="160617" y="1128968"/>
            <a:chExt cx="8761689" cy="6705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4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975346"/>
              </p:ext>
            </p:extLst>
          </p:nvPr>
        </p:nvGraphicFramePr>
        <p:xfrm>
          <a:off x="8596301" y="2559161"/>
          <a:ext cx="643797" cy="609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" name="문서" showAsIcon="1" r:id="rId6" imgW="914400" imgH="771480" progId="Word.Document.12">
                  <p:embed/>
                </p:oleObj>
              </mc:Choice>
              <mc:Fallback>
                <p:oleObj name="문서" showAsIcon="1" r:id="rId6" imgW="914400" imgH="771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96301" y="2559161"/>
                        <a:ext cx="643797" cy="609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56827"/>
              </p:ext>
            </p:extLst>
          </p:nvPr>
        </p:nvGraphicFramePr>
        <p:xfrm>
          <a:off x="60663" y="620689"/>
          <a:ext cx="9047224" cy="4493394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752805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3304975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95564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496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SAN</a:t>
                      </a:r>
                      <a:b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</a:b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DEN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2026-04-07】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통신관련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문의 대응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회신 완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2026-04-08】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55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err="1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MVa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Front,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Rear ES90700-00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재송부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화신 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SPQA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900" b="0" i="0" u="none" strike="noStrike" baseline="0" dirty="0" smtClean="0">
                          <a:effectLst/>
                          <a:latin typeface="+mj-lt"/>
                        </a:rPr>
                        <a:t>기초역량평가 관련 미팅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(ASPICE</a:t>
                      </a:r>
                      <a:r>
                        <a:rPr lang="ko-KR" altLang="en-US" sz="900" b="0" i="0" u="none" strike="noStrike" baseline="0" dirty="0" smtClean="0">
                          <a:effectLst/>
                          <a:latin typeface="+mj-lt"/>
                        </a:rPr>
                        <a:t>팀 소집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)</a:t>
                      </a:r>
                      <a:b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</a:b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1) Check Sheet </a:t>
                      </a:r>
                      <a:r>
                        <a:rPr lang="ko-KR" altLang="en-US" sz="900" b="0" i="0" u="none" strike="noStrike" baseline="0" dirty="0" smtClean="0">
                          <a:effectLst/>
                          <a:latin typeface="+mj-lt"/>
                        </a:rPr>
                        <a:t>기반 자체 평가 피드백 및 목표 점수 공유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CAN-FD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Chain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및 검증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회로팀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전달완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183011"/>
                  </a:ext>
                </a:extLst>
              </a:tr>
              <a:tr h="2829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/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5" name="개체 4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4"/>
            <a:ext cx="9047223" cy="694832"/>
            <a:chOff x="160617" y="1128968"/>
            <a:chExt cx="8761689" cy="670502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47934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7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581654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584026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47697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584026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360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26882</TotalTime>
  <Words>180</Words>
  <Application>Microsoft Office PowerPoint</Application>
  <PresentationFormat>화면 슬라이드 쇼(4:3)</PresentationFormat>
  <Paragraphs>71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워크시트</vt:lpstr>
      <vt:lpstr>Microsoft Word 문서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6524</cp:revision>
  <dcterms:created xsi:type="dcterms:W3CDTF">2019-10-24T04:42:23Z</dcterms:created>
  <dcterms:modified xsi:type="dcterms:W3CDTF">2026-04-08T13:08:27Z</dcterms:modified>
  <cp:version/>
</cp:coreProperties>
</file>