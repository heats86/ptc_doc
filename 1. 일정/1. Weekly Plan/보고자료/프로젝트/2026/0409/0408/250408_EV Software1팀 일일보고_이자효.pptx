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9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32" d="100"/>
          <a:sy n="132" d="100"/>
        </p:scale>
        <p:origin x="918" y="114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7485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4700933"/>
              </p:ext>
            </p:extLst>
          </p:nvPr>
        </p:nvGraphicFramePr>
        <p:xfrm>
          <a:off x="251520" y="1052736"/>
          <a:ext cx="8280919" cy="2616051"/>
        </p:xfrm>
        <a:graphic>
          <a:graphicData uri="http://schemas.openxmlformats.org/drawingml/2006/table">
            <a:tbl>
              <a:tblPr/>
              <a:tblGrid>
                <a:gridCol w="579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08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4969081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8309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67938948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1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1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내역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기능 검수</a:t>
                      </a:r>
                      <a:endParaRPr lang="ko-KR" altLang="en-US" sz="10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 기능 개선 검토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김진겸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사원 평가 내역 커버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latin typeface="+mn-ea"/>
                        <a:ea typeface="+mn-ea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262459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M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단계 대응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설변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제출 문서 대응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작성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35313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야근</a:t>
                      </a:r>
                      <a:r>
                        <a:rPr lang="en-US" altLang="ko-KR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/</a:t>
                      </a: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잔업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4754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236109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명일 계획</a:t>
                      </a:r>
                      <a:endParaRPr lang="en-US" altLang="ko-KR" sz="10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16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JG1</a:t>
                      </a:r>
                      <a:r>
                        <a:rPr lang="en-US" altLang="ko-KR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10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기능 검수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고온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기능검사서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항목 추가</a:t>
                      </a:r>
                      <a:r>
                        <a:rPr kumimoji="1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endParaRPr kumimoji="1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70584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err="1" smtClean="0">
                <a:latin typeface="+mn-ea"/>
                <a:ea typeface="+mn-ea"/>
              </a:rPr>
              <a:t>이자효</a:t>
            </a:r>
            <a:r>
              <a:rPr lang="ko-KR" altLang="en-US" sz="2100" b="1" dirty="0" smtClean="0">
                <a:latin typeface="+mn-ea"/>
                <a:ea typeface="+mn-ea"/>
              </a:rPr>
              <a:t> </a:t>
            </a:r>
            <a:r>
              <a:rPr lang="en-US" altLang="ko-KR" sz="2100" b="1" dirty="0" smtClean="0">
                <a:latin typeface="+mn-ea"/>
                <a:ea typeface="+mn-ea"/>
              </a:rPr>
              <a:t>– </a:t>
            </a:r>
            <a:r>
              <a:rPr lang="en-US" altLang="ko-KR" sz="2100" b="1" dirty="0">
                <a:latin typeface="+mn-ea"/>
                <a:ea typeface="+mn-ea"/>
              </a:rPr>
              <a:t>JG1 </a:t>
            </a:r>
            <a:r>
              <a:rPr lang="en-US" altLang="ko-KR" sz="2100" b="1" dirty="0" smtClean="0">
                <a:latin typeface="+mn-ea"/>
                <a:ea typeface="+mn-ea"/>
              </a:rPr>
              <a:t>[</a:t>
            </a:r>
            <a:r>
              <a:rPr lang="en-US" altLang="ko-KR" sz="2100" b="1" dirty="0" smtClean="0">
                <a:latin typeface="+mn-ea"/>
                <a:ea typeface="+mn-ea"/>
              </a:rPr>
              <a:t>260408]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3" name="직선 연결선 2"/>
          <p:cNvCxnSpPr/>
          <p:nvPr/>
        </p:nvCxnSpPr>
        <p:spPr>
          <a:xfrm>
            <a:off x="251520" y="688706"/>
            <a:ext cx="8280919" cy="0"/>
          </a:xfrm>
          <a:prstGeom prst="line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w="med" len="med"/>
            <a:tailEnd w="med" len="med"/>
          </a:ln>
          <a:effectLst/>
        </p:spPr>
      </p:cxnSp>
      <p:sp>
        <p:nvSpPr>
          <p:cNvPr id="2" name="타원 1"/>
          <p:cNvSpPr/>
          <p:nvPr/>
        </p:nvSpPr>
        <p:spPr>
          <a:xfrm>
            <a:off x="899592" y="620688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/>
          <p:cNvSpPr/>
          <p:nvPr/>
        </p:nvSpPr>
        <p:spPr>
          <a:xfrm>
            <a:off x="6804248" y="616698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2379017" y="632204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52255" y="760714"/>
            <a:ext cx="83869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SW </a:t>
            </a:r>
            <a:r>
              <a:rPr lang="ko-KR" altLang="en-US" sz="1000" dirty="0" smtClean="0">
                <a:latin typeface="+mn-ea"/>
                <a:ea typeface="+mn-ea"/>
              </a:rPr>
              <a:t>확정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998818" y="776220"/>
            <a:ext cx="904415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</a:t>
            </a:r>
            <a:r>
              <a:rPr lang="ko-KR" altLang="en-US" sz="1000" dirty="0" smtClean="0">
                <a:latin typeface="+mn-ea"/>
                <a:ea typeface="+mn-ea"/>
              </a:rPr>
              <a:t>단계 </a:t>
            </a:r>
            <a:r>
              <a:rPr lang="ko-KR" altLang="en-US" sz="1000" dirty="0" err="1" smtClean="0">
                <a:latin typeface="+mn-ea"/>
                <a:ea typeface="+mn-ea"/>
              </a:rPr>
              <a:t>설변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4393387" y="616698"/>
            <a:ext cx="144016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4046050" y="760714"/>
            <a:ext cx="83869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SW </a:t>
            </a:r>
            <a:r>
              <a:rPr lang="ko-KR" altLang="en-US" sz="1000" dirty="0" smtClean="0">
                <a:latin typeface="+mn-ea"/>
                <a:ea typeface="+mn-ea"/>
              </a:rPr>
              <a:t>배포</a:t>
            </a:r>
            <a:endParaRPr lang="en-US" altLang="ko-KR" sz="1100" dirty="0">
              <a:latin typeface="+mn-ea"/>
              <a:ea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6306227" y="764704"/>
            <a:ext cx="114005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fontAlgn="auto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ko-KR" sz="1000" dirty="0" smtClean="0">
                <a:latin typeface="+mn-ea"/>
                <a:ea typeface="+mn-ea"/>
              </a:rPr>
              <a:t>M SW </a:t>
            </a:r>
            <a:r>
              <a:rPr lang="ko-KR" altLang="en-US" sz="1000" dirty="0" smtClean="0">
                <a:latin typeface="+mn-ea"/>
                <a:ea typeface="+mn-ea"/>
              </a:rPr>
              <a:t>적용 양산</a:t>
            </a:r>
            <a:endParaRPr lang="en-US" altLang="ko-KR" sz="11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95621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28219</TotalTime>
  <Words>87</Words>
  <Application>Microsoft Office PowerPoint</Application>
  <PresentationFormat>화면 슬라이드 쇼(4:3)</PresentationFormat>
  <Paragraphs>25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굴림</vt:lpstr>
      <vt:lpstr>맑은 고딕</vt:lpstr>
      <vt:lpstr>현대하모니 B</vt:lpstr>
      <vt:lpstr>Arial</vt:lpstr>
      <vt:lpstr>Lucida Sans Unicode</vt:lpstr>
      <vt:lpstr>Verdana</vt:lpstr>
      <vt:lpstr>Wingdings</vt:lpstr>
      <vt:lpstr>제안서 템플릿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6557</cp:revision>
  <dcterms:created xsi:type="dcterms:W3CDTF">2019-10-24T04:42:23Z</dcterms:created>
  <dcterms:modified xsi:type="dcterms:W3CDTF">2026-04-08T23:42:13Z</dcterms:modified>
  <cp:version/>
</cp:coreProperties>
</file>