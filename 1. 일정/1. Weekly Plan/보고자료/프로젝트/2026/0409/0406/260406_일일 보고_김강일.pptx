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46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03" d="100"/>
          <a:sy n="103" d="100"/>
        </p:scale>
        <p:origin x="3008" y="4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25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723583"/>
              </p:ext>
            </p:extLst>
          </p:nvPr>
        </p:nvGraphicFramePr>
        <p:xfrm>
          <a:off x="107504" y="764705"/>
          <a:ext cx="8928993" cy="5132171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완료 여부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7933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123349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금일 수행 업무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5795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웨이모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출장 보고서 작성 완료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출장 일별 보고서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실차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평가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결과서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작성 후 개체로 첨부 완료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오세영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수석님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검토 완료 후 기안 제출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Fail-Safe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타이밍도 수정 완료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모든 상세 시그널과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Protect or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신호는 같이 표출되도록 수정 완료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진단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Fail-Safe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사양서 수정 완료 예정 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O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7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야간 진행 예정</a:t>
                      </a:r>
                      <a:endParaRPr lang="en-US" altLang="ko-KR" sz="7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Over-Current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관련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명화공업으로 재검토 요청 메일 답변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검토 완료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오세영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수석님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후 송부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Fail-Safe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최승훈 연구원 답변 메일 작성 후 송부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코드 수정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진단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Fail-Safe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사양서 바탕으로 코드 수정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김강일 </a:t>
            </a:r>
            <a:r>
              <a:rPr lang="en-US" altLang="ko-KR" sz="2100" b="1" dirty="0" smtClean="0">
                <a:latin typeface="+mn-ea"/>
                <a:ea typeface="+mn-ea"/>
              </a:rPr>
              <a:t>– </a:t>
            </a:r>
            <a:r>
              <a:rPr lang="en-US" altLang="ko-KR" sz="2100" b="1" dirty="0" smtClean="0">
                <a:latin typeface="+mn-ea"/>
                <a:ea typeface="+mn-ea"/>
              </a:rPr>
              <a:t>4/6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30" name="Line 10"/>
          <p:cNvSpPr>
            <a:spLocks noChangeShapeType="1"/>
          </p:cNvSpPr>
          <p:nvPr/>
        </p:nvSpPr>
        <p:spPr bwMode="auto">
          <a:xfrm>
            <a:off x="1901951" y="1450896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5030214" y="1309095"/>
            <a:ext cx="120584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Rectangle 46"/>
          <p:cNvSpPr>
            <a:spLocks noChangeArrowheads="1"/>
          </p:cNvSpPr>
          <p:nvPr/>
        </p:nvSpPr>
        <p:spPr bwMode="auto">
          <a:xfrm>
            <a:off x="3313418" y="1400103"/>
            <a:ext cx="102191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sp>
        <p:nvSpPr>
          <p:cNvPr id="34" name="Rectangle 46"/>
          <p:cNvSpPr>
            <a:spLocks noChangeArrowheads="1"/>
          </p:cNvSpPr>
          <p:nvPr/>
        </p:nvSpPr>
        <p:spPr bwMode="auto">
          <a:xfrm>
            <a:off x="4752678" y="1072967"/>
            <a:ext cx="1260074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코드 리뷰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/26.4.21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sp>
        <p:nvSpPr>
          <p:cNvPr id="35" name="Rectangle 46"/>
          <p:cNvSpPr>
            <a:spLocks noChangeArrowheads="1"/>
          </p:cNvSpPr>
          <p:nvPr/>
        </p:nvSpPr>
        <p:spPr bwMode="auto">
          <a:xfrm>
            <a:off x="1147413" y="1129677"/>
            <a:ext cx="97615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HKMC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grpSp>
        <p:nvGrpSpPr>
          <p:cNvPr id="36" name="그룹 7"/>
          <p:cNvGrpSpPr>
            <a:grpSpLocks noChangeAspect="1"/>
          </p:cNvGrpSpPr>
          <p:nvPr/>
        </p:nvGrpSpPr>
        <p:grpSpPr bwMode="auto">
          <a:xfrm>
            <a:off x="2966325" y="1483604"/>
            <a:ext cx="1749991" cy="505236"/>
            <a:chOff x="0" y="135997"/>
            <a:chExt cx="1035765" cy="482299"/>
          </a:xfrm>
        </p:grpSpPr>
        <p:sp>
          <p:nvSpPr>
            <p:cNvPr id="37" name="위쪽 화살표 36"/>
            <p:cNvSpPr>
              <a:spLocks noChangeArrowheads="1"/>
            </p:cNvSpPr>
            <p:nvPr/>
          </p:nvSpPr>
          <p:spPr bwMode="auto">
            <a:xfrm>
              <a:off x="71120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39" name="Rectangle 46"/>
            <p:cNvSpPr>
              <a:spLocks noChangeArrowheads="1"/>
            </p:cNvSpPr>
            <p:nvPr/>
          </p:nvSpPr>
          <p:spPr bwMode="auto">
            <a:xfrm>
              <a:off x="458010" y="259059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</a:t>
              </a:r>
              <a:r>
                <a:rPr lang="en-US" altLang="ko-KR" sz="1000" dirty="0" smtClean="0">
                  <a:latin typeface="+mn-ea"/>
                </a:rPr>
                <a:t>P#1/26.4.10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0" name="그룹 7"/>
          <p:cNvGrpSpPr>
            <a:grpSpLocks noChangeAspect="1"/>
          </p:cNvGrpSpPr>
          <p:nvPr/>
        </p:nvGrpSpPr>
        <p:grpSpPr bwMode="auto">
          <a:xfrm>
            <a:off x="1187624" y="1483604"/>
            <a:ext cx="2030703" cy="505236"/>
            <a:chOff x="-597073" y="135997"/>
            <a:chExt cx="1201910" cy="482299"/>
          </a:xfrm>
        </p:grpSpPr>
        <p:sp>
          <p:nvSpPr>
            <p:cNvPr id="41" name="위쪽 화살표 40"/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SP#1/26.3.01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smtClean="0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5" name="그룹 7"/>
          <p:cNvGrpSpPr>
            <a:grpSpLocks noChangeAspect="1"/>
          </p:cNvGrpSpPr>
          <p:nvPr/>
        </p:nvGrpSpPr>
        <p:grpSpPr bwMode="auto">
          <a:xfrm>
            <a:off x="6072215" y="1483604"/>
            <a:ext cx="1201053" cy="505236"/>
            <a:chOff x="-106029" y="135997"/>
            <a:chExt cx="710866" cy="482299"/>
          </a:xfrm>
        </p:grpSpPr>
        <p:sp>
          <p:nvSpPr>
            <p:cNvPr id="46" name="위쪽 화살표 45"/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-106029" y="259349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latin typeface="+mn-ea"/>
                </a:rPr>
                <a:t>LP#2/26.6.20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9" name="그룹 7"/>
          <p:cNvGrpSpPr>
            <a:grpSpLocks noChangeAspect="1"/>
          </p:cNvGrpSpPr>
          <p:nvPr/>
        </p:nvGrpSpPr>
        <p:grpSpPr bwMode="auto">
          <a:xfrm>
            <a:off x="6315028" y="1071261"/>
            <a:ext cx="1021910" cy="595542"/>
            <a:chOff x="0" y="49791"/>
            <a:chExt cx="604837" cy="568505"/>
          </a:xfrm>
        </p:grpSpPr>
        <p:sp>
          <p:nvSpPr>
            <p:cNvPr id="50" name="위쪽 화살표 4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52" name="Rectangle 46"/>
            <p:cNvSpPr>
              <a:spLocks noChangeArrowheads="1"/>
            </p:cNvSpPr>
            <p:nvPr/>
          </p:nvSpPr>
          <p:spPr bwMode="auto">
            <a:xfrm>
              <a:off x="10374" y="49791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LP#1/26.7.15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1" name="위쪽 화살표 60"/>
          <p:cNvSpPr>
            <a:spLocks noChangeArrowheads="1"/>
          </p:cNvSpPr>
          <p:nvPr/>
        </p:nvSpPr>
        <p:spPr bwMode="auto">
          <a:xfrm rot="10800000">
            <a:off x="4115785" y="1320385"/>
            <a:ext cx="120584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Rectangle 46"/>
          <p:cNvSpPr>
            <a:spLocks noChangeArrowheads="1"/>
          </p:cNvSpPr>
          <p:nvPr/>
        </p:nvSpPr>
        <p:spPr bwMode="auto">
          <a:xfrm>
            <a:off x="3680907" y="1400103"/>
            <a:ext cx="102191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sp>
        <p:nvSpPr>
          <p:cNvPr id="63" name="Rectangle 46"/>
          <p:cNvSpPr>
            <a:spLocks noChangeArrowheads="1"/>
          </p:cNvSpPr>
          <p:nvPr/>
        </p:nvSpPr>
        <p:spPr bwMode="auto">
          <a:xfrm>
            <a:off x="3882072" y="1075009"/>
            <a:ext cx="97615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SP#1/26.4.15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algn="ctr">
              <a:defRPr sz="1000"/>
            </a:pPr>
            <a:endParaRPr lang="en-US" altLang="ko-KR" sz="1000" dirty="0">
              <a:latin typeface="+mn-ea"/>
            </a:endParaRPr>
          </a:p>
        </p:txBody>
      </p:sp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148195"/>
              </p:ext>
            </p:extLst>
          </p:nvPr>
        </p:nvGraphicFramePr>
        <p:xfrm>
          <a:off x="8388424" y="2348880"/>
          <a:ext cx="566158" cy="499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프레젠테이션" showAsIcon="1" r:id="rId4" imgW="914400" imgH="806400" progId="PowerPoint.Show.12">
                  <p:embed/>
                </p:oleObj>
              </mc:Choice>
              <mc:Fallback>
                <p:oleObj name="프레젠테이션" showAsIcon="1" r:id="rId4" imgW="914400" imgH="80640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8424" y="2348880"/>
                        <a:ext cx="566158" cy="499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829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26857</TotalTime>
  <Words>148</Words>
  <Application>Microsoft Office PowerPoint</Application>
  <PresentationFormat>화면 슬라이드 쇼(4:3)</PresentationFormat>
  <Paragraphs>45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제안서 템플릿</vt:lpstr>
      <vt:lpstr>Microsoft 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6535</cp:revision>
  <dcterms:created xsi:type="dcterms:W3CDTF">2019-10-24T04:42:23Z</dcterms:created>
  <dcterms:modified xsi:type="dcterms:W3CDTF">2026-04-06T09:06:11Z</dcterms:modified>
  <cp:version/>
</cp:coreProperties>
</file>