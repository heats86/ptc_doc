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9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20" d="100"/>
          <a:sy n="120" d="100"/>
        </p:scale>
        <p:origin x="1248" y="96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7485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91586"/>
              </p:ext>
            </p:extLst>
          </p:nvPr>
        </p:nvGraphicFramePr>
        <p:xfrm>
          <a:off x="251520" y="1052736"/>
          <a:ext cx="8280919" cy="3897421"/>
        </p:xfrm>
        <a:graphic>
          <a:graphicData uri="http://schemas.openxmlformats.org/drawingml/2006/table">
            <a:tbl>
              <a:tblPr/>
              <a:tblGrid>
                <a:gridCol w="579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08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969081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30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679389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내역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한온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 평가 대응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V1.01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대비 개선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 작성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1.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저전압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수치 변경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2.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Cranking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300[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Threshold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3.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현재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대한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Cranking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전압 입력 결과를 정리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저전압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발생 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통합 전류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 전류 구속 감지 문제 메커니즘 정의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~04/07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동작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정확도 관련 튜닝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미결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794121"/>
                  </a:ext>
                </a:extLst>
              </a:tr>
              <a:tr h="26245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M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단계 대응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JG1,RS4 PE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분리 계획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확정 및 배포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계획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35313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야근</a:t>
                      </a:r>
                      <a:r>
                        <a:rPr lang="en-US" altLang="ko-KR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잔업 계획</a:t>
                      </a:r>
                      <a:endParaRPr lang="en-US" altLang="ko-KR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75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 평가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대응 자료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종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Software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 대한 기능 검수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대책서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형태의 자료 작성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~04/07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361093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명일 계획</a:t>
                      </a:r>
                      <a:endParaRPr lang="en-US" altLang="ko-KR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1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한온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4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 평가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사양 확정 협의를 위한 대응 항목 검증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확인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[26.04.07 AM10:00 -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대전본사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층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선행품질팀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위치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)]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04/07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0584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err="1" smtClean="0">
                <a:latin typeface="+mn-ea"/>
                <a:ea typeface="+mn-ea"/>
              </a:rPr>
              <a:t>이자효</a:t>
            </a:r>
            <a:r>
              <a:rPr lang="ko-KR" altLang="en-US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– </a:t>
            </a:r>
            <a:r>
              <a:rPr lang="en-US" altLang="ko-KR" sz="2100" b="1" dirty="0">
                <a:latin typeface="+mn-ea"/>
                <a:ea typeface="+mn-ea"/>
              </a:rPr>
              <a:t>JG1 </a:t>
            </a:r>
            <a:r>
              <a:rPr lang="en-US" altLang="ko-KR" sz="2100" b="1" dirty="0" smtClean="0">
                <a:latin typeface="+mn-ea"/>
                <a:ea typeface="+mn-ea"/>
              </a:rPr>
              <a:t>[260406]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251520" y="688706"/>
            <a:ext cx="8280919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</p:cxnSp>
      <p:sp>
        <p:nvSpPr>
          <p:cNvPr id="2" name="타원 1"/>
          <p:cNvSpPr/>
          <p:nvPr/>
        </p:nvSpPr>
        <p:spPr>
          <a:xfrm>
            <a:off x="899592" y="620688"/>
            <a:ext cx="144016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6804248" y="616698"/>
            <a:ext cx="144016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2379017" y="632204"/>
            <a:ext cx="144016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52255" y="760714"/>
            <a:ext cx="83869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ko-KR" sz="1000" dirty="0" smtClean="0">
                <a:latin typeface="+mn-ea"/>
                <a:ea typeface="+mn-ea"/>
              </a:rPr>
              <a:t>M SW </a:t>
            </a:r>
            <a:r>
              <a:rPr lang="ko-KR" altLang="en-US" sz="1000" dirty="0" smtClean="0">
                <a:latin typeface="+mn-ea"/>
                <a:ea typeface="+mn-ea"/>
              </a:rPr>
              <a:t>확정</a:t>
            </a:r>
            <a:endParaRPr lang="en-US" altLang="ko-KR" sz="1100" dirty="0"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998818" y="776220"/>
            <a:ext cx="9044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ko-KR" sz="1000" dirty="0" smtClean="0">
                <a:latin typeface="+mn-ea"/>
                <a:ea typeface="+mn-ea"/>
              </a:rPr>
              <a:t>M </a:t>
            </a:r>
            <a:r>
              <a:rPr lang="ko-KR" altLang="en-US" sz="1000" dirty="0" smtClean="0">
                <a:latin typeface="+mn-ea"/>
                <a:ea typeface="+mn-ea"/>
              </a:rPr>
              <a:t>단계 </a:t>
            </a:r>
            <a:r>
              <a:rPr lang="ko-KR" altLang="en-US" sz="1000" dirty="0" err="1" smtClean="0">
                <a:latin typeface="+mn-ea"/>
                <a:ea typeface="+mn-ea"/>
              </a:rPr>
              <a:t>설변</a:t>
            </a:r>
            <a:endParaRPr lang="en-US" altLang="ko-KR" sz="1100" dirty="0">
              <a:latin typeface="+mn-ea"/>
              <a:ea typeface="+mn-ea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393387" y="616698"/>
            <a:ext cx="144016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046050" y="760714"/>
            <a:ext cx="83869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ko-KR" sz="1000" dirty="0" smtClean="0">
                <a:latin typeface="+mn-ea"/>
                <a:ea typeface="+mn-ea"/>
              </a:rPr>
              <a:t>M SW </a:t>
            </a:r>
            <a:r>
              <a:rPr lang="ko-KR" altLang="en-US" sz="1000" dirty="0" smtClean="0">
                <a:latin typeface="+mn-ea"/>
                <a:ea typeface="+mn-ea"/>
              </a:rPr>
              <a:t>배포</a:t>
            </a:r>
            <a:endParaRPr lang="en-US" altLang="ko-KR" sz="1100" dirty="0"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306227" y="764704"/>
            <a:ext cx="114005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ko-KR" sz="1000" dirty="0" smtClean="0">
                <a:latin typeface="+mn-ea"/>
                <a:ea typeface="+mn-ea"/>
              </a:rPr>
              <a:t>M SW </a:t>
            </a:r>
            <a:r>
              <a:rPr lang="ko-KR" altLang="en-US" sz="1000" dirty="0" smtClean="0">
                <a:latin typeface="+mn-ea"/>
                <a:ea typeface="+mn-ea"/>
              </a:rPr>
              <a:t>적용 양산</a:t>
            </a:r>
            <a:endParaRPr lang="en-US" altLang="ko-KR" sz="11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562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28141</TotalTime>
  <Words>200</Words>
  <Application>Microsoft Office PowerPoint</Application>
  <PresentationFormat>화면 슬라이드 쇼(4:3)</PresentationFormat>
  <Paragraphs>43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맑은 고딕</vt:lpstr>
      <vt:lpstr>현대하모니 B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6554</cp:revision>
  <dcterms:created xsi:type="dcterms:W3CDTF">2019-10-24T04:42:23Z</dcterms:created>
  <dcterms:modified xsi:type="dcterms:W3CDTF">2026-04-06T08:59:15Z</dcterms:modified>
  <cp:version/>
</cp:coreProperties>
</file>