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4"/>
  </p:notesMasterIdLst>
  <p:handoutMasterIdLst>
    <p:handoutMasterId r:id="rId5"/>
  </p:handoutMasterIdLst>
  <p:sldIdLst>
    <p:sldId id="1137" r:id="rId2"/>
    <p:sldId id="1138" r:id="rId3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FBFB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94" d="100"/>
          <a:sy n="94" d="100"/>
        </p:scale>
        <p:origin x="1554" y="84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3442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476573"/>
              </p:ext>
            </p:extLst>
          </p:nvPr>
        </p:nvGraphicFramePr>
        <p:xfrm>
          <a:off x="60663" y="620689"/>
          <a:ext cx="9047224" cy="5770677"/>
        </p:xfrm>
        <a:graphic>
          <a:graphicData uri="http://schemas.openxmlformats.org/drawingml/2006/table">
            <a:tbl>
              <a:tblPr/>
              <a:tblGrid>
                <a:gridCol w="393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72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608789">
                  <a:extLst>
                    <a:ext uri="{9D8B030D-6E8A-4147-A177-3AD203B41FA5}">
                      <a16:colId xmlns:a16="http://schemas.microsoft.com/office/drawing/2014/main" val="2928379235"/>
                    </a:ext>
                  </a:extLst>
                </a:gridCol>
                <a:gridCol w="4144555">
                  <a:extLst>
                    <a:ext uri="{9D8B030D-6E8A-4147-A177-3AD203B41FA5}">
                      <a16:colId xmlns:a16="http://schemas.microsoft.com/office/drawing/2014/main" val="127737306"/>
                    </a:ext>
                  </a:extLst>
                </a:gridCol>
                <a:gridCol w="391332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14401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PJT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5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85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216462"/>
                  </a:ext>
                </a:extLst>
              </a:tr>
              <a:tr h="69784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21804"/>
                  </a:ext>
                </a:extLst>
              </a:tr>
              <a:tr h="255985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9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28732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Y2V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이전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- 2026-04-03】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PWM </a:t>
                      </a:r>
                      <a:r>
                        <a:rPr lang="ko-KR" altLang="en-US" sz="900" dirty="0" err="1" smtClean="0"/>
                        <a:t>순차제어</a:t>
                      </a:r>
                      <a:r>
                        <a:rPr lang="ko-KR" altLang="en-US" sz="900" dirty="0" smtClean="0"/>
                        <a:t> 적용</a:t>
                      </a:r>
                      <a:r>
                        <a:rPr lang="en-US" altLang="ko-KR" sz="900" dirty="0" smtClean="0"/>
                        <a:t>: CH2 PWM Mode2 </a:t>
                      </a:r>
                      <a:r>
                        <a:rPr lang="ko-KR" altLang="en-US" sz="900" dirty="0" smtClean="0"/>
                        <a:t>변경 </a:t>
                      </a:r>
                      <a:r>
                        <a:rPr lang="en-US" altLang="ko-KR" sz="900" dirty="0" smtClean="0"/>
                        <a:t>+ </a:t>
                      </a:r>
                      <a:r>
                        <a:rPr lang="ko-KR" altLang="en-US" sz="900" dirty="0" err="1" smtClean="0"/>
                        <a:t>위상분리</a:t>
                      </a:r>
                      <a:endParaRPr lang="en-US" altLang="ko-KR" sz="900" dirty="0" smtClean="0"/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PWM </a:t>
                      </a:r>
                      <a:r>
                        <a:rPr lang="en-US" altLang="ko-KR" sz="900" dirty="0" err="1" smtClean="0"/>
                        <a:t>init</a:t>
                      </a:r>
                      <a:r>
                        <a:rPr lang="en-US" altLang="ko-KR" sz="900" dirty="0" smtClean="0"/>
                        <a:t> </a:t>
                      </a:r>
                      <a:r>
                        <a:rPr lang="ko-KR" altLang="en-US" sz="900" dirty="0" smtClean="0"/>
                        <a:t>안전성 수정</a:t>
                      </a:r>
                      <a:r>
                        <a:rPr lang="en-US" altLang="ko-KR" sz="900" dirty="0" smtClean="0"/>
                        <a:t>: Mode2 CCR2 </a:t>
                      </a:r>
                      <a:r>
                        <a:rPr lang="ko-KR" altLang="en-US" sz="900" dirty="0" smtClean="0"/>
                        <a:t>초기값 </a:t>
                      </a:r>
                      <a:r>
                        <a:rPr lang="en-US" altLang="ko-KR" sz="900" dirty="0" smtClean="0"/>
                        <a:t>ARR+1 </a:t>
                      </a:r>
                      <a:r>
                        <a:rPr lang="ko-KR" altLang="en-US" sz="900" dirty="0" smtClean="0"/>
                        <a:t>적용 </a:t>
                      </a:r>
                      <a:r>
                        <a:rPr lang="en-US" altLang="ko-KR" sz="900" dirty="0" smtClean="0"/>
                        <a:t>(</a:t>
                      </a:r>
                      <a:r>
                        <a:rPr lang="ko-KR" altLang="en-US" sz="900" dirty="0" err="1" smtClean="0"/>
                        <a:t>글리치</a:t>
                      </a:r>
                      <a:r>
                        <a:rPr lang="ko-KR" altLang="en-US" sz="900" dirty="0" smtClean="0"/>
                        <a:t> 방지</a:t>
                      </a:r>
                      <a:r>
                        <a:rPr lang="en-US" altLang="ko-KR" sz="900" dirty="0" smtClean="0"/>
                        <a:t>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HV </a:t>
                      </a:r>
                      <a:r>
                        <a:rPr lang="ko-KR" altLang="en-US" sz="900" dirty="0" smtClean="0"/>
                        <a:t>동작 확인</a:t>
                      </a:r>
                      <a:r>
                        <a:rPr lang="en-US" altLang="ko-KR" sz="900" dirty="0" smtClean="0"/>
                        <a:t>: 4000W</a:t>
                      </a:r>
                      <a:r>
                        <a:rPr lang="ko-KR" altLang="en-US" sz="900" dirty="0" smtClean="0"/>
                        <a:t>급 </a:t>
                      </a:r>
                      <a:r>
                        <a:rPr lang="en-US" altLang="ko-KR" sz="900" dirty="0" smtClean="0"/>
                        <a:t>HEATING </a:t>
                      </a:r>
                      <a:r>
                        <a:rPr lang="ko-KR" altLang="en-US" sz="900" dirty="0" smtClean="0"/>
                        <a:t>정상동작</a:t>
                      </a:r>
                      <a:r>
                        <a:rPr lang="en-US" altLang="ko-KR" sz="900" dirty="0" smtClean="0"/>
                        <a:t>, R-Logic OK </a:t>
                      </a:r>
                      <a:r>
                        <a:rPr lang="ko-KR" altLang="en-US" sz="900" dirty="0" smtClean="0"/>
                        <a:t>유지</a:t>
                      </a:r>
                      <a:endParaRPr lang="en-US" altLang="ko-KR" sz="900" dirty="0" smtClean="0"/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 err="1" smtClean="0"/>
                        <a:t>전류센싱</a:t>
                      </a:r>
                      <a:r>
                        <a:rPr lang="ko-KR" altLang="en-US" sz="900" dirty="0" smtClean="0"/>
                        <a:t> 디버깅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: ADC </a:t>
                      </a:r>
                      <a:r>
                        <a:rPr lang="ko-KR" altLang="en-US" sz="900" dirty="0" smtClean="0"/>
                        <a:t>경로 </a:t>
                      </a:r>
                      <a:r>
                        <a:rPr lang="en-US" altLang="ko-KR" sz="900" dirty="0" smtClean="0"/>
                        <a:t>SW </a:t>
                      </a:r>
                      <a:r>
                        <a:rPr lang="ko-KR" altLang="en-US" sz="900" dirty="0" smtClean="0"/>
                        <a:t>검증 완료 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dirty="0" smtClean="0"/>
                        <a:t> </a:t>
                      </a:r>
                      <a:r>
                        <a:rPr lang="en-US" altLang="ko-KR" sz="900" dirty="0" smtClean="0"/>
                        <a:t>HW </a:t>
                      </a:r>
                      <a:r>
                        <a:rPr lang="ko-KR" altLang="en-US" sz="900" dirty="0" smtClean="0"/>
                        <a:t>문제 </a:t>
                      </a:r>
                      <a:r>
                        <a:rPr lang="en-US" altLang="ko-KR" sz="900" dirty="0" smtClean="0"/>
                        <a:t>(TP120 </a:t>
                      </a:r>
                      <a:r>
                        <a:rPr lang="ko-KR" altLang="en-US" sz="900" dirty="0" err="1" smtClean="0"/>
                        <a:t>프로빙</a:t>
                      </a:r>
                      <a:r>
                        <a:rPr lang="ko-KR" altLang="en-US" sz="900" dirty="0" smtClean="0"/>
                        <a:t> 필요</a:t>
                      </a:r>
                      <a:r>
                        <a:rPr lang="en-US" altLang="ko-KR" sz="900" dirty="0" smtClean="0"/>
                        <a:t>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I-SENSING </a:t>
                      </a:r>
                      <a:r>
                        <a:rPr lang="ko-KR" altLang="en-US" sz="900" dirty="0" smtClean="0"/>
                        <a:t>회로 분석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: INA381 </a:t>
                      </a:r>
                      <a:r>
                        <a:rPr lang="ko-KR" altLang="en-US" sz="900" dirty="0" err="1" smtClean="0"/>
                        <a:t>상시측정</a:t>
                      </a:r>
                      <a:r>
                        <a:rPr lang="ko-KR" altLang="en-US" sz="900" dirty="0" smtClean="0"/>
                        <a:t> 구조 확인</a:t>
                      </a:r>
                      <a:r>
                        <a:rPr lang="en-US" altLang="ko-KR" sz="900" dirty="0" smtClean="0"/>
                        <a:t>, PWM_OFF</a:t>
                      </a:r>
                      <a:r>
                        <a:rPr lang="ko-KR" altLang="en-US" sz="900" dirty="0" smtClean="0"/>
                        <a:t>는 </a:t>
                      </a:r>
                      <a:r>
                        <a:rPr lang="en-US" altLang="ko-KR" sz="900" dirty="0" smtClean="0"/>
                        <a:t>CSR </a:t>
                      </a:r>
                      <a:r>
                        <a:rPr lang="ko-KR" altLang="en-US" sz="900" dirty="0" smtClean="0"/>
                        <a:t>제어용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2026-04-07】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PWM </a:t>
                      </a:r>
                      <a:r>
                        <a:rPr lang="ko-KR" altLang="en-US" sz="900" dirty="0" err="1" smtClean="0"/>
                        <a:t>순차제어</a:t>
                      </a:r>
                      <a:r>
                        <a:rPr lang="ko-KR" altLang="en-US" sz="900" dirty="0" smtClean="0"/>
                        <a:t> </a:t>
                      </a:r>
                      <a:r>
                        <a:rPr lang="en-US" altLang="ko-KR" sz="900" dirty="0" smtClean="0"/>
                        <a:t>Toggle Mode </a:t>
                      </a:r>
                      <a:r>
                        <a:rPr lang="ko-KR" altLang="en-US" sz="900" dirty="0" smtClean="0"/>
                        <a:t>변경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1) </a:t>
                      </a:r>
                      <a:r>
                        <a:rPr lang="ko-KR" altLang="en-US" sz="900" dirty="0" smtClean="0"/>
                        <a:t>기존 </a:t>
                      </a:r>
                      <a:r>
                        <a:rPr lang="en-US" altLang="ko-KR" sz="900" dirty="0" smtClean="0"/>
                        <a:t>PWM Mode 1/Mode 2 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 Toggle Mode(0x30) + CC ISR </a:t>
                      </a:r>
                      <a:r>
                        <a:rPr lang="ko-KR" altLang="en-US" sz="900" dirty="0" smtClean="0"/>
                        <a:t>전환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2) </a:t>
                      </a:r>
                      <a:r>
                        <a:rPr lang="ko-KR" altLang="en-US" sz="900" dirty="0" smtClean="0"/>
                        <a:t>핀 상태 피드백</a:t>
                      </a:r>
                      <a:r>
                        <a:rPr lang="en-US" altLang="ko-KR" sz="900" dirty="0" smtClean="0"/>
                        <a:t>(PC_IDR </a:t>
                      </a:r>
                      <a:r>
                        <a:rPr lang="ko-KR" altLang="en-US" sz="900" dirty="0" smtClean="0"/>
                        <a:t>읽기</a:t>
                      </a:r>
                      <a:r>
                        <a:rPr lang="en-US" altLang="ko-KR" sz="900" dirty="0" smtClean="0"/>
                        <a:t>) </a:t>
                      </a:r>
                      <a:r>
                        <a:rPr lang="ko-KR" altLang="en-US" sz="900" dirty="0" smtClean="0"/>
                        <a:t>추가하여 정확한 </a:t>
                      </a:r>
                      <a:r>
                        <a:rPr lang="en-US" altLang="ko-KR" sz="900" dirty="0" smtClean="0"/>
                        <a:t>duty </a:t>
                      </a:r>
                      <a:r>
                        <a:rPr lang="ko-KR" altLang="en-US" sz="900" dirty="0" smtClean="0"/>
                        <a:t>제어 구현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3) Full turn(100%) </a:t>
                      </a:r>
                      <a:r>
                        <a:rPr lang="ko-KR" altLang="en-US" sz="900" dirty="0" smtClean="0"/>
                        <a:t>시 양 채널 </a:t>
                      </a:r>
                      <a:r>
                        <a:rPr lang="en-US" altLang="ko-KR" sz="900" dirty="0" smtClean="0"/>
                        <a:t>Forced HIGH </a:t>
                      </a:r>
                      <a:r>
                        <a:rPr lang="ko-KR" altLang="en-US" sz="900" dirty="0" smtClean="0"/>
                        <a:t>처리</a:t>
                      </a:r>
                      <a:endParaRPr lang="en-US" altLang="ko-KR" sz="900" dirty="0" smtClean="0"/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 smtClean="0"/>
                        <a:t>전류 센서 필터 강화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1) </a:t>
                      </a:r>
                      <a:r>
                        <a:rPr lang="ko-KR" altLang="en-US" sz="900" dirty="0" err="1" smtClean="0"/>
                        <a:t>이동평균</a:t>
                      </a:r>
                      <a:r>
                        <a:rPr lang="ko-KR" altLang="en-US" sz="900" dirty="0" smtClean="0"/>
                        <a:t> 버퍼 </a:t>
                      </a:r>
                      <a:r>
                        <a:rPr lang="en-US" altLang="ko-KR" sz="900" dirty="0" smtClean="0"/>
                        <a:t>32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100 samples</a:t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2) </a:t>
                      </a:r>
                      <a:r>
                        <a:rPr lang="ko-KR" altLang="en-US" sz="900" dirty="0" smtClean="0"/>
                        <a:t>전류 센서 정상 동작 확인 완료</a:t>
                      </a:r>
                      <a:endParaRPr lang="en-US" altLang="ko-KR" sz="900" dirty="0" smtClean="0"/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/>
                        <a:t>R-Logic v2.0 </a:t>
                      </a:r>
                      <a:r>
                        <a:rPr lang="ko-KR" altLang="en-US" sz="900" dirty="0" err="1" smtClean="0"/>
                        <a:t>리팩토링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1) 3-state </a:t>
                      </a:r>
                      <a:r>
                        <a:rPr lang="ko-KR" altLang="en-US" sz="900" dirty="0" err="1" smtClean="0"/>
                        <a:t>상태머신</a:t>
                      </a:r>
                      <a:r>
                        <a:rPr lang="ko-KR" altLang="en-US" sz="900" dirty="0" smtClean="0"/>
                        <a:t> </a:t>
                      </a:r>
                      <a:r>
                        <a:rPr lang="en-US" altLang="ko-KR" sz="900" dirty="0" smtClean="0"/>
                        <a:t>(OFF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READY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RUN) </a:t>
                      </a:r>
                      <a:r>
                        <a:rPr lang="ko-KR" altLang="en-US" sz="900" dirty="0" smtClean="0"/>
                        <a:t>적용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2) 30</a:t>
                      </a:r>
                      <a:r>
                        <a:rPr lang="ko-KR" altLang="en-US" sz="900" dirty="0" smtClean="0"/>
                        <a:t>초 안정화 대기 </a:t>
                      </a:r>
                      <a:r>
                        <a:rPr lang="en-US" altLang="ko-KR" sz="900" dirty="0" smtClean="0"/>
                        <a:t>+ </a:t>
                      </a:r>
                      <a:r>
                        <a:rPr lang="ko-KR" altLang="en-US" sz="900" dirty="0" smtClean="0"/>
                        <a:t>전압</a:t>
                      </a:r>
                      <a:r>
                        <a:rPr lang="en-US" altLang="ko-KR" sz="900" dirty="0" smtClean="0"/>
                        <a:t>/</a:t>
                      </a:r>
                      <a:r>
                        <a:rPr lang="ko-KR" altLang="en-US" sz="900" dirty="0" err="1" smtClean="0"/>
                        <a:t>전력명령</a:t>
                      </a:r>
                      <a:r>
                        <a:rPr lang="ko-KR" altLang="en-US" sz="900" dirty="0" smtClean="0"/>
                        <a:t> 변동 시 자동 리셋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3) </a:t>
                      </a:r>
                      <a:r>
                        <a:rPr lang="ko-KR" altLang="en-US" sz="900" dirty="0" smtClean="0"/>
                        <a:t>동적 </a:t>
                      </a:r>
                      <a:r>
                        <a:rPr lang="en-US" altLang="ko-KR" sz="900" dirty="0" smtClean="0"/>
                        <a:t>threshold </a:t>
                      </a:r>
                      <a:r>
                        <a:rPr lang="ko-KR" altLang="en-US" sz="900" dirty="0" smtClean="0"/>
                        <a:t>학습 </a:t>
                      </a:r>
                      <a:r>
                        <a:rPr lang="en-US" altLang="ko-KR" sz="900" dirty="0" smtClean="0"/>
                        <a:t>(target R × 140%) </a:t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4) 2</a:t>
                      </a:r>
                      <a:r>
                        <a:rPr lang="ko-KR" altLang="en-US" sz="900" dirty="0" smtClean="0"/>
                        <a:t>회</a:t>
                      </a:r>
                      <a:r>
                        <a:rPr lang="en-US" altLang="ko-KR" sz="900" dirty="0" smtClean="0"/>
                        <a:t> </a:t>
                      </a:r>
                      <a:r>
                        <a:rPr lang="ko-KR" altLang="en-US" sz="900" dirty="0" smtClean="0"/>
                        <a:t>검증</a:t>
                      </a:r>
                      <a:r>
                        <a:rPr lang="en-US" altLang="ko-KR" sz="900" dirty="0" smtClean="0"/>
                        <a:t>: </a:t>
                      </a:r>
                      <a:r>
                        <a:rPr lang="ko-KR" altLang="en-US" sz="900" dirty="0" smtClean="0"/>
                        <a:t>오진 방지 </a:t>
                      </a:r>
                      <a:r>
                        <a:rPr lang="en-US" altLang="ko-KR" sz="900" dirty="0" smtClean="0"/>
                        <a:t>(1</a:t>
                      </a:r>
                      <a:r>
                        <a:rPr lang="ko-KR" altLang="en-US" sz="900" dirty="0" smtClean="0"/>
                        <a:t>차 감지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dirty="0" err="1" smtClean="0"/>
                        <a:t>재안정화</a:t>
                      </a:r>
                      <a:r>
                        <a:rPr lang="en-US" altLang="ko-KR" sz="900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/>
                        <a:t>2</a:t>
                      </a:r>
                      <a:r>
                        <a:rPr lang="ko-KR" altLang="en-US" sz="900" dirty="0" smtClean="0"/>
                        <a:t>차 확인</a:t>
                      </a:r>
                      <a:r>
                        <a:rPr lang="en-US" altLang="ko-KR" sz="900" dirty="0" smtClean="0"/>
                        <a:t>) </a:t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5) </a:t>
                      </a:r>
                      <a:r>
                        <a:rPr lang="ko-KR" altLang="en-US" sz="900" dirty="0" smtClean="0"/>
                        <a:t>확정 </a:t>
                      </a:r>
                      <a:r>
                        <a:rPr lang="en-US" altLang="ko-KR" sz="900" dirty="0" smtClean="0"/>
                        <a:t>fault </a:t>
                      </a:r>
                      <a:r>
                        <a:rPr lang="ko-KR" altLang="en-US" sz="900" dirty="0" smtClean="0"/>
                        <a:t>시 </a:t>
                      </a:r>
                      <a:r>
                        <a:rPr lang="en-US" altLang="ko-KR" sz="900" dirty="0" smtClean="0"/>
                        <a:t>HC_FAULT (QV </a:t>
                      </a:r>
                      <a:r>
                        <a:rPr lang="ko-KR" altLang="en-US" sz="900" dirty="0" smtClean="0"/>
                        <a:t>동일</a:t>
                      </a:r>
                      <a:r>
                        <a:rPr lang="en-US" altLang="ko-KR" sz="900" dirty="0" smtClean="0"/>
                        <a:t>), 300</a:t>
                      </a:r>
                      <a:r>
                        <a:rPr lang="ko-KR" altLang="en-US" sz="900" dirty="0" smtClean="0"/>
                        <a:t>초 </a:t>
                      </a:r>
                      <a:r>
                        <a:rPr lang="ko-KR" altLang="en-US" sz="900" dirty="0" err="1" smtClean="0"/>
                        <a:t>쿨다운</a:t>
                      </a:r>
                      <a:r>
                        <a:rPr lang="ko-KR" altLang="en-US" sz="900" dirty="0" smtClean="0"/>
                        <a:t> 후 자동 재시도 </a:t>
                      </a:r>
                      <a:r>
                        <a:rPr lang="en-US" altLang="ko-KR" sz="900" dirty="0" smtClean="0"/>
                        <a:t/>
                      </a:r>
                      <a:br>
                        <a:rPr lang="en-US" altLang="ko-KR" sz="900" dirty="0" smtClean="0"/>
                      </a:br>
                      <a:r>
                        <a:rPr lang="en-US" altLang="ko-KR" sz="900" dirty="0" smtClean="0"/>
                        <a:t>6) W </a:t>
                      </a:r>
                      <a:r>
                        <a:rPr lang="ko-KR" altLang="en-US" sz="900" dirty="0" smtClean="0"/>
                        <a:t>제어 </a:t>
                      </a:r>
                      <a:r>
                        <a:rPr lang="en-US" altLang="ko-KR" sz="900" dirty="0" smtClean="0"/>
                        <a:t>/ duty </a:t>
                      </a:r>
                      <a:r>
                        <a:rPr lang="ko-KR" altLang="en-US" sz="900" dirty="0" smtClean="0"/>
                        <a:t>제어 </a:t>
                      </a:r>
                      <a:r>
                        <a:rPr lang="ko-KR" altLang="en-US" sz="900" dirty="0" err="1" smtClean="0"/>
                        <a:t>전처리기</a:t>
                      </a:r>
                      <a:r>
                        <a:rPr lang="ko-KR" altLang="en-US" sz="900" dirty="0" smtClean="0"/>
                        <a:t> 분리 </a:t>
                      </a:r>
                      <a:r>
                        <a:rPr lang="en-US" altLang="ko-KR" sz="900" dirty="0" smtClean="0"/>
                        <a:t>(#if RLOGIC_DUTY_CTRL)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dirty="0" smtClean="0">
                        <a:latin typeface="+mj-lt"/>
                      </a:endParaRPr>
                    </a:p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28297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1167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Y2V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 err="1" smtClean="0">
                          <a:latin typeface="+mj-lt"/>
                        </a:rPr>
                        <a:t>기구물</a:t>
                      </a:r>
                      <a:r>
                        <a:rPr lang="ko-KR" altLang="en-US" sz="900" dirty="0" smtClean="0">
                          <a:latin typeface="+mj-lt"/>
                        </a:rPr>
                        <a:t> </a:t>
                      </a:r>
                      <a:r>
                        <a:rPr lang="en-US" altLang="ko-KR" sz="900" dirty="0" smtClean="0">
                          <a:latin typeface="+mj-lt"/>
                        </a:rPr>
                        <a:t>+ PCB</a:t>
                      </a:r>
                      <a:r>
                        <a:rPr lang="ko-KR" altLang="en-US" sz="900" dirty="0" smtClean="0">
                          <a:latin typeface="+mj-lt"/>
                        </a:rPr>
                        <a:t> 결합 이후에도 </a:t>
                      </a:r>
                      <a:r>
                        <a:rPr lang="en-US" altLang="ko-KR" sz="900" dirty="0" smtClean="0">
                          <a:latin typeface="+mj-lt"/>
                        </a:rPr>
                        <a:t>HV </a:t>
                      </a:r>
                      <a:r>
                        <a:rPr lang="ko-KR" altLang="en-US" sz="900" dirty="0" smtClean="0">
                          <a:latin typeface="+mj-lt"/>
                        </a:rPr>
                        <a:t>인가하면 </a:t>
                      </a:r>
                      <a:r>
                        <a:rPr lang="en-US" altLang="ko-KR" sz="900" dirty="0" smtClean="0">
                          <a:latin typeface="+mj-lt"/>
                        </a:rPr>
                        <a:t>15VCC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 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전압 스윙</a:t>
                      </a:r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5" name="개체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054174"/>
              </p:ext>
            </p:extLst>
          </p:nvPr>
        </p:nvGraphicFramePr>
        <p:xfrm>
          <a:off x="8839157" y="2173543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0" name="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8839157" y="2173543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2"/>
          <p:cNvGrpSpPr>
            <a:grpSpLocks/>
          </p:cNvGrpSpPr>
          <p:nvPr/>
        </p:nvGrpSpPr>
        <p:grpSpPr>
          <a:xfrm>
            <a:off x="60663" y="1152594"/>
            <a:ext cx="9047223" cy="694832"/>
            <a:chOff x="160617" y="1128968"/>
            <a:chExt cx="8761689" cy="670502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CA9A9AC-F9D9-3CBA-A872-D74F9CD3A92B}"/>
                </a:ext>
              </a:extLst>
            </p:cNvPr>
            <p:cNvCxnSpPr/>
            <p:nvPr/>
          </p:nvCxnSpPr>
          <p:spPr>
            <a:xfrm>
              <a:off x="160617" y="1395267"/>
              <a:ext cx="87616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 Box 185">
              <a:extLst>
                <a:ext uri="{FF2B5EF4-FFF2-40B4-BE49-F238E27FC236}">
                  <a16:creationId xmlns:a16="http://schemas.microsoft.com/office/drawing/2014/main" id="{06A2D032-A3BC-040A-39BB-A634AB1EC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352" y="1128968"/>
              <a:ext cx="1008112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2253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HW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팀 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SW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전달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/>
              </a:r>
              <a:b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: Peripheral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검증 用</a:t>
              </a:r>
              <a:endParaRPr kumimoji="0" lang="en-US" altLang="ko-KR" sz="7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1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67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~3/23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4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91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6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월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15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일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DV</a:t>
              </a:r>
              <a:b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</a:b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대비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SW</a:t>
              </a: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5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833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~6/12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6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936" y="1128968"/>
              <a:ext cx="1008000" cy="4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7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7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8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420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9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9320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0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776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5</a:t>
              </a: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월 초</a:t>
              </a:r>
              <a:r>
                <a:rPr kumimoji="0" lang="en-US" altLang="ko-KR" sz="800" kern="0" noProof="1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EMC</a:t>
              </a:r>
              <a:b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대비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SW</a:t>
              </a:r>
              <a:endParaRPr kumimoji="0" lang="en-US" altLang="ko-KR" sz="8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2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481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~4/27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7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2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8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</p:grp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835007"/>
              </p:ext>
            </p:extLst>
          </p:nvPr>
        </p:nvGraphicFramePr>
        <p:xfrm>
          <a:off x="8596301" y="2559161"/>
          <a:ext cx="643797" cy="609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" name="문서" showAsIcon="1" r:id="rId6" imgW="914400" imgH="771480" progId="Word.Document.12">
                  <p:embed/>
                </p:oleObj>
              </mc:Choice>
              <mc:Fallback>
                <p:oleObj name="문서" showAsIcon="1" r:id="rId6" imgW="914400" imgH="771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596301" y="2559161"/>
                        <a:ext cx="643797" cy="609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908833"/>
              </p:ext>
            </p:extLst>
          </p:nvPr>
        </p:nvGraphicFramePr>
        <p:xfrm>
          <a:off x="60663" y="620689"/>
          <a:ext cx="9047224" cy="4462854"/>
        </p:xfrm>
        <a:graphic>
          <a:graphicData uri="http://schemas.openxmlformats.org/drawingml/2006/table">
            <a:tbl>
              <a:tblPr/>
              <a:tblGrid>
                <a:gridCol w="393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72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752805">
                  <a:extLst>
                    <a:ext uri="{9D8B030D-6E8A-4147-A177-3AD203B41FA5}">
                      <a16:colId xmlns:a16="http://schemas.microsoft.com/office/drawing/2014/main" val="2928379235"/>
                    </a:ext>
                  </a:extLst>
                </a:gridCol>
                <a:gridCol w="3304975">
                  <a:extLst>
                    <a:ext uri="{9D8B030D-6E8A-4147-A177-3AD203B41FA5}">
                      <a16:colId xmlns:a16="http://schemas.microsoft.com/office/drawing/2014/main" val="127737306"/>
                    </a:ext>
                  </a:extLst>
                </a:gridCol>
                <a:gridCol w="695564">
                  <a:extLst>
                    <a:ext uri="{9D8B030D-6E8A-4147-A177-3AD203B41FA5}">
                      <a16:colId xmlns:a16="http://schemas.microsoft.com/office/drawing/2014/main" val="3436073209"/>
                    </a:ext>
                  </a:extLst>
                </a:gridCol>
                <a:gridCol w="391332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14401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PJT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5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216462"/>
                  </a:ext>
                </a:extLst>
              </a:tr>
              <a:tr h="697840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21804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9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496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SAN</a:t>
                      </a:r>
                      <a:b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</a:b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DEN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이전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2026-04-06】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통신관련 </a:t>
                      </a: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문의 대응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회신 완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2026-04-07】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dirty="0" smtClean="0">
                        <a:latin typeface="+mj-lt"/>
                      </a:endParaRPr>
                    </a:p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155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err="1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MVa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Front,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Rear ES90700-00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재송부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화신 완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1209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SX3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703407"/>
                  </a:ext>
                </a:extLst>
              </a:tr>
              <a:tr h="1209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CAN-FD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Chain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및 검증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회로팀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전달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 4/7)</a:t>
                      </a:r>
                      <a:endParaRPr lang="ko-KR" altLang="ko-KR" sz="900" dirty="0" smtClean="0">
                        <a:effectLst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CAN-FD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Chain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및 검증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회로팀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전달완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183011"/>
                  </a:ext>
                </a:extLst>
              </a:tr>
              <a:tr h="28297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228600" marR="0" lvl="0" indent="-22860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5" name="개체 4"/>
          <p:cNvGraphicFramePr>
            <a:graphicFrameLocks/>
          </p:cNvGraphicFramePr>
          <p:nvPr>
            <p:extLst/>
          </p:nvPr>
        </p:nvGraphicFramePr>
        <p:xfrm>
          <a:off x="8839157" y="2173543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5" name="개체 4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8839157" y="2173543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2"/>
          <p:cNvGrpSpPr>
            <a:grpSpLocks/>
          </p:cNvGrpSpPr>
          <p:nvPr/>
        </p:nvGrpSpPr>
        <p:grpSpPr>
          <a:xfrm>
            <a:off x="60663" y="1152594"/>
            <a:ext cx="9047223" cy="694832"/>
            <a:chOff x="160617" y="1128968"/>
            <a:chExt cx="8761689" cy="670502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CA9A9AC-F9D9-3CBA-A872-D74F9CD3A92B}"/>
                </a:ext>
              </a:extLst>
            </p:cNvPr>
            <p:cNvCxnSpPr/>
            <p:nvPr/>
          </p:nvCxnSpPr>
          <p:spPr>
            <a:xfrm>
              <a:off x="160617" y="1395267"/>
              <a:ext cx="87616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 Box 185">
              <a:extLst>
                <a:ext uri="{FF2B5EF4-FFF2-40B4-BE49-F238E27FC236}">
                  <a16:creationId xmlns:a16="http://schemas.microsoft.com/office/drawing/2014/main" id="{06A2D032-A3BC-040A-39BB-A634AB1EC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352" y="1128968"/>
              <a:ext cx="1008112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2253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HW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팀 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SW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전달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/>
              </a:r>
              <a:b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: Peripheral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검증 用</a:t>
              </a:r>
              <a:endParaRPr kumimoji="0" lang="en-US" altLang="ko-KR" sz="7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1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67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~3/23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4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91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6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월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15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일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DV</a:t>
              </a:r>
              <a:b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</a:b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대비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SW</a:t>
              </a: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5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833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~6/12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6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936" y="1128968"/>
              <a:ext cx="1008000" cy="4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7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7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8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420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9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9320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0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776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5</a:t>
              </a: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월 초</a:t>
              </a:r>
              <a:r>
                <a:rPr kumimoji="0" lang="en-US" altLang="ko-KR" sz="800" kern="0" noProof="1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EMC</a:t>
              </a:r>
              <a:b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대비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SW</a:t>
              </a:r>
              <a:endParaRPr kumimoji="0" lang="en-US" altLang="ko-KR" sz="8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2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481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~4/27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7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2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8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360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26867</TotalTime>
  <Words>216</Words>
  <Application>Microsoft Office PowerPoint</Application>
  <PresentationFormat>화면 슬라이드 쇼(4:3)</PresentationFormat>
  <Paragraphs>72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12" baseType="lpstr">
      <vt:lpstr>굴림</vt:lpstr>
      <vt:lpstr>맑은 고딕</vt:lpstr>
      <vt:lpstr>현대하모니 L</vt:lpstr>
      <vt:lpstr>Arial</vt:lpstr>
      <vt:lpstr>Lucida Sans Unicode</vt:lpstr>
      <vt:lpstr>Verdana</vt:lpstr>
      <vt:lpstr>Wingdings</vt:lpstr>
      <vt:lpstr>제안서 템플릿</vt:lpstr>
      <vt:lpstr>워크시트</vt:lpstr>
      <vt:lpstr>Microsoft Word 문서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6520</cp:revision>
  <dcterms:created xsi:type="dcterms:W3CDTF">2019-10-24T04:42:23Z</dcterms:created>
  <dcterms:modified xsi:type="dcterms:W3CDTF">2026-04-07T10:04:32Z</dcterms:modified>
  <cp:version/>
</cp:coreProperties>
</file>