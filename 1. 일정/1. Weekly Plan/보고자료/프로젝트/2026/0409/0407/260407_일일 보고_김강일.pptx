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46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00" d="100"/>
          <a:sy n="100" d="100"/>
        </p:scale>
        <p:origin x="88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25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122766"/>
              </p:ext>
            </p:extLst>
          </p:nvPr>
        </p:nvGraphicFramePr>
        <p:xfrm>
          <a:off x="107504" y="764705"/>
          <a:ext cx="8928993" cy="583264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2345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완료 여부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705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123349"/>
                  </a:ext>
                </a:extLst>
              </a:tr>
              <a:tr h="23454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금일 수행 업무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8933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출장 영수증 처리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출장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보고서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수정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완료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실차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평가를 목적으로 보고서 수정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Fail-Safe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진단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Fail-Safe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사양서 수정 완료 예정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최승훈 연구원 답변 작성 중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각도 센서 보정관련하여 자세한 설명 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4way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밸브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외부리크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검사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자료 작성 완료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명일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(4/8),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오전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10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 화상 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SW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담당자 참석 요청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O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7456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449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23454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1648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Over-Current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관련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명화공업으로 재검토 요청 메일 답변 검토 완료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오세영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수석님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후 송부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Fail-Safe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각도 센서 보정 관련 코드 검토 후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코드 수정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진단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Fail-Safe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사양서 바탕으로 코드 수정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김강일 </a:t>
            </a:r>
            <a:r>
              <a:rPr lang="en-US" altLang="ko-KR" sz="2100" b="1" dirty="0" smtClean="0">
                <a:latin typeface="+mn-ea"/>
                <a:ea typeface="+mn-ea"/>
              </a:rPr>
              <a:t>– 4/6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1901951" y="1450896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5030214" y="1309095"/>
            <a:ext cx="120584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Rectangle 46"/>
          <p:cNvSpPr>
            <a:spLocks noChangeArrowheads="1"/>
          </p:cNvSpPr>
          <p:nvPr/>
        </p:nvSpPr>
        <p:spPr bwMode="auto">
          <a:xfrm>
            <a:off x="3313418" y="1400103"/>
            <a:ext cx="102191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34" name="Rectangle 46"/>
          <p:cNvSpPr>
            <a:spLocks noChangeArrowheads="1"/>
          </p:cNvSpPr>
          <p:nvPr/>
        </p:nvSpPr>
        <p:spPr bwMode="auto">
          <a:xfrm>
            <a:off x="4752678" y="1072967"/>
            <a:ext cx="12600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코드 리뷰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/26.4.21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1147413" y="1129677"/>
            <a:ext cx="97615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HKMC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grpSp>
        <p:nvGrpSpPr>
          <p:cNvPr id="36" name="그룹 7"/>
          <p:cNvGrpSpPr>
            <a:grpSpLocks noChangeAspect="1"/>
          </p:cNvGrpSpPr>
          <p:nvPr/>
        </p:nvGrpSpPr>
        <p:grpSpPr bwMode="auto">
          <a:xfrm>
            <a:off x="2966325" y="1483604"/>
            <a:ext cx="1749991" cy="505236"/>
            <a:chOff x="0" y="135997"/>
            <a:chExt cx="1035765" cy="482299"/>
          </a:xfrm>
        </p:grpSpPr>
        <p:sp>
          <p:nvSpPr>
            <p:cNvPr id="37" name="위쪽 화살표 36"/>
            <p:cNvSpPr>
              <a:spLocks noChangeArrowheads="1"/>
            </p:cNvSpPr>
            <p:nvPr/>
          </p:nvSpPr>
          <p:spPr bwMode="auto">
            <a:xfrm>
              <a:off x="71120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39" name="Rectangle 46"/>
            <p:cNvSpPr>
              <a:spLocks noChangeArrowheads="1"/>
            </p:cNvSpPr>
            <p:nvPr/>
          </p:nvSpPr>
          <p:spPr bwMode="auto">
            <a:xfrm>
              <a:off x="458010" y="259059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</a:t>
              </a:r>
              <a:r>
                <a:rPr lang="en-US" altLang="ko-KR" sz="1000" dirty="0" smtClean="0">
                  <a:latin typeface="+mn-ea"/>
                </a:rPr>
                <a:t>P#1/26.4.10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0" name="그룹 7"/>
          <p:cNvGrpSpPr>
            <a:grpSpLocks noChangeAspect="1"/>
          </p:cNvGrpSpPr>
          <p:nvPr/>
        </p:nvGrpSpPr>
        <p:grpSpPr bwMode="auto">
          <a:xfrm>
            <a:off x="1187624" y="1483604"/>
            <a:ext cx="2030703" cy="505236"/>
            <a:chOff x="-597073" y="135997"/>
            <a:chExt cx="1201910" cy="482299"/>
          </a:xfrm>
        </p:grpSpPr>
        <p:sp>
          <p:nvSpPr>
            <p:cNvPr id="41" name="위쪽 화살표 40"/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SP#1/26.3.01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smtClean="0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5" name="그룹 7"/>
          <p:cNvGrpSpPr>
            <a:grpSpLocks noChangeAspect="1"/>
          </p:cNvGrpSpPr>
          <p:nvPr/>
        </p:nvGrpSpPr>
        <p:grpSpPr bwMode="auto">
          <a:xfrm>
            <a:off x="6072215" y="1483604"/>
            <a:ext cx="1201053" cy="505236"/>
            <a:chOff x="-106029" y="135997"/>
            <a:chExt cx="710866" cy="482299"/>
          </a:xfrm>
        </p:grpSpPr>
        <p:sp>
          <p:nvSpPr>
            <p:cNvPr id="46" name="위쪽 화살표 45"/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-106029" y="259349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LP#2/26.6.20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9" name="그룹 7"/>
          <p:cNvGrpSpPr>
            <a:grpSpLocks noChangeAspect="1"/>
          </p:cNvGrpSpPr>
          <p:nvPr/>
        </p:nvGrpSpPr>
        <p:grpSpPr bwMode="auto">
          <a:xfrm>
            <a:off x="6315028" y="1071261"/>
            <a:ext cx="1021910" cy="595542"/>
            <a:chOff x="0" y="49791"/>
            <a:chExt cx="604837" cy="568505"/>
          </a:xfrm>
        </p:grpSpPr>
        <p:sp>
          <p:nvSpPr>
            <p:cNvPr id="50" name="위쪽 화살표 4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10374" y="49791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LP#1/26.7.15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1" name="위쪽 화살표 60"/>
          <p:cNvSpPr>
            <a:spLocks noChangeArrowheads="1"/>
          </p:cNvSpPr>
          <p:nvPr/>
        </p:nvSpPr>
        <p:spPr bwMode="auto">
          <a:xfrm rot="10800000">
            <a:off x="4115785" y="1320385"/>
            <a:ext cx="120584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Rectangle 46"/>
          <p:cNvSpPr>
            <a:spLocks noChangeArrowheads="1"/>
          </p:cNvSpPr>
          <p:nvPr/>
        </p:nvSpPr>
        <p:spPr bwMode="auto">
          <a:xfrm>
            <a:off x="3680907" y="1400103"/>
            <a:ext cx="102191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63" name="Rectangle 46"/>
          <p:cNvSpPr>
            <a:spLocks noChangeArrowheads="1"/>
          </p:cNvSpPr>
          <p:nvPr/>
        </p:nvSpPr>
        <p:spPr bwMode="auto">
          <a:xfrm>
            <a:off x="3882072" y="1075009"/>
            <a:ext cx="97615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SP#1/26.4.15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graphicFrame>
        <p:nvGraphicFramePr>
          <p:cNvPr id="3" name="개체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998870"/>
              </p:ext>
            </p:extLst>
          </p:nvPr>
        </p:nvGraphicFramePr>
        <p:xfrm>
          <a:off x="8460432" y="2276872"/>
          <a:ext cx="444001" cy="391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프레젠테이션" showAsIcon="1" r:id="rId4" imgW="914400" imgH="806400" progId="PowerPoint.Show.12">
                  <p:embed/>
                </p:oleObj>
              </mc:Choice>
              <mc:Fallback>
                <p:oleObj name="프레젠테이션" showAsIcon="1" r:id="rId4" imgW="914400" imgH="80640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60432" y="2276872"/>
                        <a:ext cx="444001" cy="391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266371"/>
              </p:ext>
            </p:extLst>
          </p:nvPr>
        </p:nvGraphicFramePr>
        <p:xfrm>
          <a:off x="8440846" y="2977975"/>
          <a:ext cx="463587" cy="408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워크시트" showAsIcon="1" r:id="rId6" imgW="914400" imgH="806400" progId="Excel.Sheet.12">
                  <p:embed/>
                </p:oleObj>
              </mc:Choice>
              <mc:Fallback>
                <p:oleObj name="워크시트" showAsIcon="1" r:id="rId6" imgW="914400" imgH="80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40846" y="2977975"/>
                        <a:ext cx="463587" cy="408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19895"/>
              </p:ext>
            </p:extLst>
          </p:nvPr>
        </p:nvGraphicFramePr>
        <p:xfrm>
          <a:off x="8403215" y="3448312"/>
          <a:ext cx="538847" cy="47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프레젠테이션" showAsIcon="1" r:id="rId8" imgW="914400" imgH="806400" progId="PowerPoint.Show.12">
                  <p:embed/>
                </p:oleObj>
              </mc:Choice>
              <mc:Fallback>
                <p:oleObj name="프레젠테이션" showAsIcon="1" r:id="rId8" imgW="914400" imgH="80640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03215" y="3448312"/>
                        <a:ext cx="538847" cy="475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2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26866</TotalTime>
  <Words>153</Words>
  <Application>Microsoft Office PowerPoint</Application>
  <PresentationFormat>화면 슬라이드 쇼(4:3)</PresentationFormat>
  <Paragraphs>44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Microsoft PowerPoint 프레젠테이션</vt:lpstr>
      <vt:lpstr>Microsoft Excel 워크시트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6537</cp:revision>
  <dcterms:created xsi:type="dcterms:W3CDTF">2019-10-24T04:42:23Z</dcterms:created>
  <dcterms:modified xsi:type="dcterms:W3CDTF">2026-04-07T10:19:40Z</dcterms:modified>
  <cp:version/>
</cp:coreProperties>
</file>