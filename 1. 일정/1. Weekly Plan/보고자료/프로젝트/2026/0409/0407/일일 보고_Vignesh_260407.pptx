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6" autoAdjust="0"/>
    <p:restoredTop sz="96378" autoAdjust="0"/>
  </p:normalViewPr>
  <p:slideViewPr>
    <p:cSldViewPr snapToObjects="1">
      <p:cViewPr varScale="1">
        <p:scale>
          <a:sx n="150" d="100"/>
          <a:sy n="150" d="100"/>
        </p:scale>
        <p:origin x="138" y="3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033722"/>
              </p:ext>
            </p:extLst>
          </p:nvPr>
        </p:nvGraphicFramePr>
        <p:xfrm>
          <a:off x="228233" y="764704"/>
          <a:ext cx="8856985" cy="4258194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1843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dirty="0" smtClean="0"/>
                        <a:t>Actuator Calibration &amp; Control Optimization (CI30</a:t>
                      </a:r>
                      <a:r>
                        <a:rPr lang="en-US" sz="900" b="1" dirty="0" smtClean="0"/>
                        <a:t>)</a:t>
                      </a:r>
                      <a:r>
                        <a:rPr lang="en-US" sz="900" dirty="0" smtClean="0"/>
                        <a:t> Enhanced </a:t>
                      </a:r>
                      <a:r>
                        <a:rPr lang="en-US" sz="900" b="1" dirty="0" smtClean="0"/>
                        <a:t>stall recovery logic</a:t>
                      </a:r>
                      <a:r>
                        <a:rPr lang="en-US" sz="900" dirty="0" smtClean="0"/>
                        <a:t> Added retry mechanism (up to 3 attempts) </a:t>
                      </a:r>
                    </a:p>
                    <a:p>
                      <a:r>
                        <a:rPr lang="en-US" sz="900" dirty="0" smtClean="0"/>
                        <a:t>Prevented continuous pushing at end stops </a:t>
                      </a:r>
                    </a:p>
                    <a:p>
                      <a:r>
                        <a:rPr lang="en-US" sz="900" dirty="0" smtClean="0"/>
                        <a:t>Attempted integration of </a:t>
                      </a:r>
                      <a:r>
                        <a:rPr lang="en-US" sz="900" b="1" dirty="0" smtClean="0"/>
                        <a:t>runtime 1-point calibration (1P)</a:t>
                      </a:r>
                      <a:r>
                        <a:rPr lang="en-US" sz="900" dirty="0" smtClean="0"/>
                        <a:t> Triggered after recovery failure </a:t>
                      </a:r>
                    </a:p>
                    <a:p>
                      <a:r>
                        <a:rPr lang="en-US" sz="900" dirty="0" smtClean="0"/>
                        <a:t>Movement to nearest end with overshoot implemented </a:t>
                      </a:r>
                    </a:p>
                    <a:p>
                      <a:r>
                        <a:rPr lang="en-US" sz="900" dirty="0" smtClean="0"/>
                        <a:t>Implemented </a:t>
                      </a:r>
                      <a:r>
                        <a:rPr lang="en-US" sz="900" b="1" dirty="0" smtClean="0"/>
                        <a:t>1P calibration handler</a:t>
                      </a:r>
                      <a:r>
                        <a:rPr lang="en-US" sz="900" dirty="0" smtClean="0"/>
                        <a:t> Stall detection + position reset (</a:t>
                      </a:r>
                      <a:r>
                        <a:rPr lang="en-US" sz="900" dirty="0" err="1" smtClean="0"/>
                        <a:t>DRV_ResetPosition</a:t>
                      </a:r>
                      <a:r>
                        <a:rPr lang="en-US" sz="900" dirty="0" smtClean="0"/>
                        <a:t>) </a:t>
                      </a:r>
                    </a:p>
                    <a:p>
                      <a:r>
                        <a:rPr lang="en-US" sz="900" dirty="0" smtClean="0"/>
                        <a:t>Improved </a:t>
                      </a:r>
                      <a:r>
                        <a:rPr lang="en-US" sz="900" b="1" dirty="0" smtClean="0"/>
                        <a:t>backlash synchronization after stall</a:t>
                      </a:r>
                      <a:r>
                        <a:rPr lang="en-US" sz="900" dirty="0" smtClean="0"/>
                        <a:t> Added </a:t>
                      </a:r>
                      <a:r>
                        <a:rPr lang="en-US" sz="900" b="1" dirty="0" smtClean="0"/>
                        <a:t>blocking logic during recovery/calibration</a:t>
                      </a:r>
                      <a:r>
                        <a:rPr lang="en-US" sz="900" dirty="0" smtClean="0"/>
                        <a:t> Prevent RUN mode interference</a:t>
                      </a:r>
                    </a:p>
                    <a:p>
                      <a:endParaRPr lang="en-US" sz="900" dirty="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11139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After integrating 1P calibration: ❌ </a:t>
                      </a:r>
                      <a:r>
                        <a:rPr lang="en-US" sz="900" b="1" dirty="0" smtClean="0"/>
                        <a:t>Motor stopped responding to LIN commands</a:t>
                      </a:r>
                      <a:r>
                        <a:rPr lang="en-US" sz="900" dirty="0" smtClean="0"/>
                        <a:t> </a:t>
                      </a:r>
                    </a:p>
                    <a:p>
                      <a:r>
                        <a:rPr lang="en-US" sz="900" dirty="0" smtClean="0"/>
                        <a:t>❌ System remained stuck in calibration/recovery state </a:t>
                      </a:r>
                    </a:p>
                    <a:p>
                      <a:r>
                        <a:rPr lang="en-US" sz="900" dirty="0" smtClean="0"/>
                        <a:t>Root causes identified: 1P calibration handler blocking main control loop </a:t>
                      </a:r>
                    </a:p>
                    <a:p>
                      <a:r>
                        <a:rPr lang="en-US" sz="900" dirty="0" smtClean="0"/>
                        <a:t>Improper state exit after calibration </a:t>
                      </a:r>
                    </a:p>
                    <a:p>
                      <a:r>
                        <a:rPr lang="en-US" sz="900" dirty="0" smtClean="0"/>
                        <a:t>Incorrect integration with existing mode/state logic </a:t>
                      </a:r>
                    </a:p>
                    <a:p>
                      <a:r>
                        <a:rPr lang="en-US" sz="900" dirty="0" smtClean="0"/>
                        <a:t>Due to instability: 🔄 </a:t>
                      </a:r>
                      <a:r>
                        <a:rPr lang="en-US" sz="900" b="1" dirty="0" smtClean="0"/>
                        <a:t>Recent changes were reverted to last stable version</a:t>
                      </a:r>
                      <a:endParaRPr lang="en-US" sz="900" dirty="0" smtClean="0"/>
                    </a:p>
                    <a:p>
                      <a:endParaRPr lang="en-US" sz="900" b="1" dirty="0" smtClean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082182"/>
              </p:ext>
            </p:extLst>
          </p:nvPr>
        </p:nvGraphicFramePr>
        <p:xfrm>
          <a:off x="228233" y="764705"/>
          <a:ext cx="8856985" cy="3583887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9220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3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983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Re-implement </a:t>
                      </a:r>
                      <a:r>
                        <a:rPr lang="en-US" sz="1000" b="1" dirty="0" smtClean="0"/>
                        <a:t>1-point calibration (1P) in controlled manner</a:t>
                      </a:r>
                      <a:r>
                        <a:rPr lang="en-US" sz="1000" dirty="0" smtClean="0"/>
                        <a:t> Integrate without blocking LIN communication </a:t>
                      </a:r>
                    </a:p>
                    <a:p>
                      <a:r>
                        <a:rPr lang="en-US" sz="1000" dirty="0" smtClean="0"/>
                        <a:t>Ensure proper state exit after completion </a:t>
                      </a:r>
                    </a:p>
                    <a:p>
                      <a:r>
                        <a:rPr lang="en-US" sz="1000" dirty="0" smtClean="0"/>
                        <a:t>Refactor </a:t>
                      </a:r>
                      <a:r>
                        <a:rPr lang="en-US" sz="1000" b="1" dirty="0" smtClean="0"/>
                        <a:t>state handling</a:t>
                      </a:r>
                      <a:r>
                        <a:rPr lang="en-US" sz="1000" dirty="0" smtClean="0"/>
                        <a:t> Clear separation between: </a:t>
                      </a:r>
                    </a:p>
                    <a:p>
                      <a:pPr lvl="1"/>
                      <a:r>
                        <a:rPr lang="en-US" sz="1000" dirty="0" smtClean="0"/>
                        <a:t>RUN </a:t>
                      </a:r>
                    </a:p>
                    <a:p>
                      <a:pPr lvl="1"/>
                      <a:r>
                        <a:rPr lang="en-US" sz="1000" dirty="0" smtClean="0"/>
                        <a:t>RECOVERY </a:t>
                      </a:r>
                    </a:p>
                    <a:p>
                      <a:pPr lvl="1"/>
                      <a:r>
                        <a:rPr lang="en-US" sz="1000" dirty="0" smtClean="0"/>
                        <a:t>CALIBRATION (1P / 2P) </a:t>
                      </a:r>
                    </a:p>
                    <a:p>
                      <a:r>
                        <a:rPr lang="en-US" sz="1000" dirty="0" smtClean="0"/>
                        <a:t>Improve </a:t>
                      </a:r>
                      <a:r>
                        <a:rPr lang="en-US" sz="1000" b="1" dirty="0" smtClean="0"/>
                        <a:t>stall recovery flow</a:t>
                      </a:r>
                      <a:r>
                        <a:rPr lang="en-US" sz="1000" dirty="0" smtClean="0"/>
                        <a:t> Retry → if fail → controlled 1P calibration trigger </a:t>
                      </a:r>
                    </a:p>
                    <a:p>
                      <a:r>
                        <a:rPr lang="en-US" sz="1000" dirty="0" smtClean="0"/>
                        <a:t>Add </a:t>
                      </a:r>
                      <a:r>
                        <a:rPr lang="en-US" sz="1000" b="1" dirty="0" smtClean="0"/>
                        <a:t>safety conditions</a:t>
                      </a:r>
                      <a:r>
                        <a:rPr lang="en-US" sz="1000" dirty="0" smtClean="0"/>
                        <a:t> Timeout for calibration </a:t>
                      </a:r>
                    </a:p>
                    <a:p>
                      <a:r>
                        <a:rPr lang="en-US" sz="1000" dirty="0" smtClean="0"/>
                        <a:t>Fail-safe fallback to RUN mode </a:t>
                      </a:r>
                    </a:p>
                    <a:p>
                      <a:r>
                        <a:rPr lang="en-US" sz="1000" dirty="0" smtClean="0"/>
                        <a:t>Validate: LIN responsiveness during all modes </a:t>
                      </a:r>
                    </a:p>
                    <a:p>
                      <a:r>
                        <a:rPr lang="en-US" sz="1000" dirty="0" smtClean="0"/>
                        <a:t>Direction handling and backlash after recovery </a:t>
                      </a:r>
                    </a:p>
                    <a:p>
                      <a:r>
                        <a:rPr lang="en-US" sz="1000" dirty="0" smtClean="0"/>
                        <a:t>Perform </a:t>
                      </a:r>
                      <a:r>
                        <a:rPr lang="en-US" sz="1000" b="1" dirty="0" smtClean="0"/>
                        <a:t>incremental testing</a:t>
                      </a:r>
                      <a:r>
                        <a:rPr lang="en-US" sz="1000" dirty="0" smtClean="0"/>
                        <a:t> Add one feature at a time (avoid full integration </a:t>
                      </a:r>
                      <a:r>
                        <a:rPr lang="en-US" sz="1000" smtClean="0"/>
                        <a:t>issues)</a:t>
                      </a:r>
                    </a:p>
                    <a:p>
                      <a:endParaRPr lang="en-US" sz="1000" dirty="0" smtClean="0"/>
                    </a:p>
                    <a:p>
                      <a:r>
                        <a:rPr lang="en-IN" sz="1000" b="1" dirty="0" smtClean="0"/>
                        <a:t>Summary</a:t>
                      </a:r>
                      <a:r>
                        <a:rPr lang="en-IN" sz="1000" dirty="0" smtClean="0"/>
                        <a:t> :</a:t>
                      </a:r>
                      <a:endParaRPr lang="en-US" sz="1000" dirty="0" smtClean="0"/>
                    </a:p>
                    <a:p>
                      <a:r>
                        <a:rPr lang="en-US" sz="1000" dirty="0" smtClean="0"/>
                        <a:t>Core system remains </a:t>
                      </a:r>
                      <a:r>
                        <a:rPr lang="en-US" sz="1000" b="1" dirty="0" smtClean="0"/>
                        <a:t>stable and functional</a:t>
                      </a:r>
                      <a:r>
                        <a:rPr lang="en-US" sz="1000" dirty="0" smtClean="0"/>
                        <a:t> </a:t>
                      </a:r>
                    </a:p>
                    <a:p>
                      <a:r>
                        <a:rPr lang="en-US" sz="1000" dirty="0" smtClean="0"/>
                        <a:t>Advanced features (1P calibration + enhanced recovery) need </a:t>
                      </a:r>
                      <a:r>
                        <a:rPr lang="en-US" sz="1000" b="1" dirty="0" smtClean="0"/>
                        <a:t>careful reintegration</a:t>
                      </a:r>
                      <a:r>
                        <a:rPr lang="en-US" sz="1000" dirty="0" smtClean="0"/>
                        <a:t> </a:t>
                      </a:r>
                    </a:p>
                    <a:p>
                      <a:r>
                        <a:rPr lang="en-US" sz="1000" dirty="0" smtClean="0"/>
                        <a:t>Focus shifting from implementation → </a:t>
                      </a:r>
                      <a:r>
                        <a:rPr lang="en-US" sz="1000" b="1" dirty="0" smtClean="0"/>
                        <a:t>safe integration &amp; stability</a:t>
                      </a:r>
                      <a:r>
                        <a:rPr lang="en-US" sz="1000" dirty="0" smtClean="0"/>
                        <a:t> </a:t>
                      </a:r>
                    </a:p>
                    <a:p>
                      <a:endParaRPr lang="en-US" sz="1000" dirty="0" smtClean="0"/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26589</TotalTime>
  <Words>294</Words>
  <Application>Microsoft Office PowerPoint</Application>
  <PresentationFormat>On-screen Show (4:3)</PresentationFormat>
  <Paragraphs>57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Verdana</vt:lpstr>
      <vt:lpstr>Wingdings</vt:lpstr>
      <vt:lpstr>현대하모니 B</vt:lpstr>
      <vt:lpstr>제안서 템플릿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6498</cp:revision>
  <dcterms:created xsi:type="dcterms:W3CDTF">2019-10-24T04:42:23Z</dcterms:created>
  <dcterms:modified xsi:type="dcterms:W3CDTF">2026-04-07T08:36:34Z</dcterms:modified>
  <cp:version/>
</cp:coreProperties>
</file>