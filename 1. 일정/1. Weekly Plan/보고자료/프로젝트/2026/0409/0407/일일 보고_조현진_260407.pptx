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144" y="80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344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476573"/>
              </p:ext>
            </p:extLst>
          </p:nvPr>
        </p:nvGraphicFramePr>
        <p:xfrm>
          <a:off x="60663" y="620689"/>
          <a:ext cx="9047224" cy="5757850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2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608789">
                  <a:extLst>
                    <a:ext uri="{9D8B030D-6E8A-4147-A177-3AD203B41FA5}">
                      <a16:colId xmlns:a16="http://schemas.microsoft.com/office/drawing/2014/main" val="2928379235"/>
                    </a:ext>
                  </a:extLst>
                </a:gridCol>
                <a:gridCol w="4144555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PJT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8732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Y2V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- 2026-04-03】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PWM </a:t>
                      </a:r>
                      <a:r>
                        <a:rPr lang="ko-KR" altLang="en-US" sz="900" dirty="0" err="1" smtClean="0"/>
                        <a:t>순차제어</a:t>
                      </a:r>
                      <a:r>
                        <a:rPr lang="ko-KR" altLang="en-US" sz="900" dirty="0" smtClean="0"/>
                        <a:t> 적용</a:t>
                      </a:r>
                      <a:r>
                        <a:rPr lang="en-US" altLang="ko-KR" sz="900" dirty="0" smtClean="0"/>
                        <a:t>: CH2 PWM Mode2 </a:t>
                      </a:r>
                      <a:r>
                        <a:rPr lang="ko-KR" altLang="en-US" sz="900" dirty="0" smtClean="0"/>
                        <a:t>변경 </a:t>
                      </a:r>
                      <a:r>
                        <a:rPr lang="en-US" altLang="ko-KR" sz="900" dirty="0" smtClean="0"/>
                        <a:t>+ </a:t>
                      </a:r>
                      <a:r>
                        <a:rPr lang="ko-KR" altLang="en-US" sz="900" dirty="0" err="1" smtClean="0"/>
                        <a:t>위상분리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PWM </a:t>
                      </a:r>
                      <a:r>
                        <a:rPr lang="en-US" altLang="ko-KR" sz="900" dirty="0" err="1" smtClean="0"/>
                        <a:t>init</a:t>
                      </a:r>
                      <a:r>
                        <a:rPr lang="en-US" altLang="ko-KR" sz="900" dirty="0" smtClean="0"/>
                        <a:t> </a:t>
                      </a:r>
                      <a:r>
                        <a:rPr lang="ko-KR" altLang="en-US" sz="900" dirty="0" smtClean="0"/>
                        <a:t>안전성 수정</a:t>
                      </a:r>
                      <a:r>
                        <a:rPr lang="en-US" altLang="ko-KR" sz="900" dirty="0" smtClean="0"/>
                        <a:t>: Mode2 CCR2 </a:t>
                      </a:r>
                      <a:r>
                        <a:rPr lang="ko-KR" altLang="en-US" sz="900" dirty="0" smtClean="0"/>
                        <a:t>초기값 </a:t>
                      </a:r>
                      <a:r>
                        <a:rPr lang="en-US" altLang="ko-KR" sz="900" dirty="0" smtClean="0"/>
                        <a:t>ARR+1 </a:t>
                      </a:r>
                      <a:r>
                        <a:rPr lang="ko-KR" altLang="en-US" sz="900" dirty="0" smtClean="0"/>
                        <a:t>적용 </a:t>
                      </a:r>
                      <a:r>
                        <a:rPr lang="en-US" altLang="ko-KR" sz="900" dirty="0" smtClean="0"/>
                        <a:t>(</a:t>
                      </a:r>
                      <a:r>
                        <a:rPr lang="ko-KR" altLang="en-US" sz="900" dirty="0" err="1" smtClean="0"/>
                        <a:t>글리치</a:t>
                      </a:r>
                      <a:r>
                        <a:rPr lang="ko-KR" altLang="en-US" sz="900" dirty="0" smtClean="0"/>
                        <a:t> 방지</a:t>
                      </a:r>
                      <a:r>
                        <a:rPr lang="en-US" altLang="ko-KR" sz="900" dirty="0" smtClean="0"/>
                        <a:t>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HV </a:t>
                      </a:r>
                      <a:r>
                        <a:rPr lang="ko-KR" altLang="en-US" sz="900" dirty="0" smtClean="0"/>
                        <a:t>동작 확인</a:t>
                      </a:r>
                      <a:r>
                        <a:rPr lang="en-US" altLang="ko-KR" sz="900" dirty="0" smtClean="0"/>
                        <a:t>: 4000W</a:t>
                      </a:r>
                      <a:r>
                        <a:rPr lang="ko-KR" altLang="en-US" sz="900" dirty="0" smtClean="0"/>
                        <a:t>급 </a:t>
                      </a:r>
                      <a:r>
                        <a:rPr lang="en-US" altLang="ko-KR" sz="900" dirty="0" smtClean="0"/>
                        <a:t>HEATING </a:t>
                      </a:r>
                      <a:r>
                        <a:rPr lang="ko-KR" altLang="en-US" sz="900" dirty="0" smtClean="0"/>
                        <a:t>정상동작</a:t>
                      </a:r>
                      <a:r>
                        <a:rPr lang="en-US" altLang="ko-KR" sz="900" dirty="0" smtClean="0"/>
                        <a:t>, R-Logic OK </a:t>
                      </a:r>
                      <a:r>
                        <a:rPr lang="ko-KR" altLang="en-US" sz="900" dirty="0" smtClean="0"/>
                        <a:t>유지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err="1" smtClean="0"/>
                        <a:t>전류센싱</a:t>
                      </a:r>
                      <a:r>
                        <a:rPr lang="ko-KR" altLang="en-US" sz="900" dirty="0" smtClean="0"/>
                        <a:t> 디버깅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: ADC </a:t>
                      </a:r>
                      <a:r>
                        <a:rPr lang="ko-KR" altLang="en-US" sz="900" dirty="0" smtClean="0"/>
                        <a:t>경로 </a:t>
                      </a:r>
                      <a:r>
                        <a:rPr lang="en-US" altLang="ko-KR" sz="900" dirty="0" smtClean="0"/>
                        <a:t>SW </a:t>
                      </a:r>
                      <a:r>
                        <a:rPr lang="ko-KR" altLang="en-US" sz="900" dirty="0" smtClean="0"/>
                        <a:t>검증 완료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dirty="0" smtClean="0"/>
                        <a:t> </a:t>
                      </a:r>
                      <a:r>
                        <a:rPr lang="en-US" altLang="ko-KR" sz="900" dirty="0" smtClean="0"/>
                        <a:t>HW </a:t>
                      </a:r>
                      <a:r>
                        <a:rPr lang="ko-KR" altLang="en-US" sz="900" dirty="0" smtClean="0"/>
                        <a:t>문제 </a:t>
                      </a:r>
                      <a:r>
                        <a:rPr lang="en-US" altLang="ko-KR" sz="900" dirty="0" smtClean="0"/>
                        <a:t>(TP120 </a:t>
                      </a:r>
                      <a:r>
                        <a:rPr lang="ko-KR" altLang="en-US" sz="900" dirty="0" err="1" smtClean="0"/>
                        <a:t>프로빙</a:t>
                      </a:r>
                      <a:r>
                        <a:rPr lang="ko-KR" altLang="en-US" sz="900" dirty="0" smtClean="0"/>
                        <a:t> 필요</a:t>
                      </a:r>
                      <a:r>
                        <a:rPr lang="en-US" altLang="ko-KR" sz="900" dirty="0" smtClean="0"/>
                        <a:t>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I-SENSING </a:t>
                      </a:r>
                      <a:r>
                        <a:rPr lang="ko-KR" altLang="en-US" sz="900" dirty="0" smtClean="0"/>
                        <a:t>회로 분석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: INA381 </a:t>
                      </a:r>
                      <a:r>
                        <a:rPr lang="ko-KR" altLang="en-US" sz="900" dirty="0" err="1" smtClean="0"/>
                        <a:t>상시측정</a:t>
                      </a:r>
                      <a:r>
                        <a:rPr lang="ko-KR" altLang="en-US" sz="900" dirty="0" smtClean="0"/>
                        <a:t> 구조 확인</a:t>
                      </a:r>
                      <a:r>
                        <a:rPr lang="en-US" altLang="ko-KR" sz="900" dirty="0" smtClean="0"/>
                        <a:t>, PWM_OFF</a:t>
                      </a:r>
                      <a:r>
                        <a:rPr lang="ko-KR" altLang="en-US" sz="900" dirty="0" smtClean="0"/>
                        <a:t>는 </a:t>
                      </a:r>
                      <a:r>
                        <a:rPr lang="en-US" altLang="ko-KR" sz="900" dirty="0" smtClean="0"/>
                        <a:t>CSR </a:t>
                      </a:r>
                      <a:r>
                        <a:rPr lang="ko-KR" altLang="en-US" sz="900" dirty="0" smtClean="0"/>
                        <a:t>제어용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- 2026-04-07】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PWM </a:t>
                      </a:r>
                      <a:r>
                        <a:rPr lang="ko-KR" altLang="en-US" sz="900" dirty="0" err="1" smtClean="0"/>
                        <a:t>순차제어</a:t>
                      </a:r>
                      <a:r>
                        <a:rPr lang="ko-KR" altLang="en-US" sz="900" dirty="0" smtClean="0"/>
                        <a:t> </a:t>
                      </a:r>
                      <a:r>
                        <a:rPr lang="en-US" altLang="ko-KR" sz="900" dirty="0" smtClean="0"/>
                        <a:t>Toggle Mode </a:t>
                      </a:r>
                      <a:r>
                        <a:rPr lang="ko-KR" altLang="en-US" sz="900" dirty="0" smtClean="0"/>
                        <a:t>변경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1) </a:t>
                      </a:r>
                      <a:r>
                        <a:rPr lang="ko-KR" altLang="en-US" sz="900" dirty="0" smtClean="0"/>
                        <a:t>기존 </a:t>
                      </a:r>
                      <a:r>
                        <a:rPr lang="en-US" altLang="ko-KR" sz="900" dirty="0" smtClean="0"/>
                        <a:t>PWM Mode 1/Mode 2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 Toggle Mode(0x30) + CC ISR </a:t>
                      </a:r>
                      <a:r>
                        <a:rPr lang="ko-KR" altLang="en-US" sz="900" dirty="0" smtClean="0"/>
                        <a:t>전환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2) </a:t>
                      </a:r>
                      <a:r>
                        <a:rPr lang="ko-KR" altLang="en-US" sz="900" dirty="0" smtClean="0"/>
                        <a:t>핀 상태 피드백</a:t>
                      </a:r>
                      <a:r>
                        <a:rPr lang="en-US" altLang="ko-KR" sz="900" dirty="0" smtClean="0"/>
                        <a:t>(PC_IDR </a:t>
                      </a:r>
                      <a:r>
                        <a:rPr lang="ko-KR" altLang="en-US" sz="900" dirty="0" smtClean="0"/>
                        <a:t>읽기</a:t>
                      </a:r>
                      <a:r>
                        <a:rPr lang="en-US" altLang="ko-KR" sz="900" dirty="0" smtClean="0"/>
                        <a:t>) </a:t>
                      </a:r>
                      <a:r>
                        <a:rPr lang="ko-KR" altLang="en-US" sz="900" dirty="0" smtClean="0"/>
                        <a:t>추가하여 정확한 </a:t>
                      </a:r>
                      <a:r>
                        <a:rPr lang="en-US" altLang="ko-KR" sz="900" dirty="0" smtClean="0"/>
                        <a:t>duty </a:t>
                      </a:r>
                      <a:r>
                        <a:rPr lang="ko-KR" altLang="en-US" sz="900" dirty="0" smtClean="0"/>
                        <a:t>제어 구현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3) Full turn(100%) </a:t>
                      </a:r>
                      <a:r>
                        <a:rPr lang="ko-KR" altLang="en-US" sz="900" dirty="0" smtClean="0"/>
                        <a:t>시 양 채널 </a:t>
                      </a:r>
                      <a:r>
                        <a:rPr lang="en-US" altLang="ko-KR" sz="900" dirty="0" smtClean="0"/>
                        <a:t>Forced HIGH </a:t>
                      </a:r>
                      <a:r>
                        <a:rPr lang="ko-KR" altLang="en-US" sz="900" dirty="0" smtClean="0"/>
                        <a:t>처리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smtClean="0"/>
                        <a:t>전류 센서 필터 강화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1) </a:t>
                      </a:r>
                      <a:r>
                        <a:rPr lang="ko-KR" altLang="en-US" sz="900" dirty="0" err="1" smtClean="0"/>
                        <a:t>이동평균</a:t>
                      </a:r>
                      <a:r>
                        <a:rPr lang="ko-KR" altLang="en-US" sz="900" dirty="0" smtClean="0"/>
                        <a:t> 버퍼 </a:t>
                      </a:r>
                      <a:r>
                        <a:rPr lang="en-US" altLang="ko-KR" sz="900" dirty="0" smtClean="0"/>
                        <a:t>32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100 samples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2) </a:t>
                      </a:r>
                      <a:r>
                        <a:rPr lang="ko-KR" altLang="en-US" sz="900" dirty="0" smtClean="0"/>
                        <a:t>전류 센서 정상 동작 확인 완료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R-Logic v2.0 </a:t>
                      </a:r>
                      <a:r>
                        <a:rPr lang="ko-KR" altLang="en-US" sz="900" dirty="0" err="1" smtClean="0"/>
                        <a:t>리팩토링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1) 3-state </a:t>
                      </a:r>
                      <a:r>
                        <a:rPr lang="ko-KR" altLang="en-US" sz="900" dirty="0" err="1" smtClean="0"/>
                        <a:t>상태머신</a:t>
                      </a:r>
                      <a:r>
                        <a:rPr lang="ko-KR" altLang="en-US" sz="900" dirty="0" smtClean="0"/>
                        <a:t> </a:t>
                      </a:r>
                      <a:r>
                        <a:rPr lang="en-US" altLang="ko-KR" sz="900" dirty="0" smtClean="0"/>
                        <a:t>(OFF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READY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RUN) </a:t>
                      </a:r>
                      <a:r>
                        <a:rPr lang="ko-KR" altLang="en-US" sz="900" dirty="0" smtClean="0"/>
                        <a:t>적용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2) 30</a:t>
                      </a:r>
                      <a:r>
                        <a:rPr lang="ko-KR" altLang="en-US" sz="900" dirty="0" smtClean="0"/>
                        <a:t>초 안정화 대기 </a:t>
                      </a:r>
                      <a:r>
                        <a:rPr lang="en-US" altLang="ko-KR" sz="900" dirty="0" smtClean="0"/>
                        <a:t>+ </a:t>
                      </a:r>
                      <a:r>
                        <a:rPr lang="ko-KR" altLang="en-US" sz="900" dirty="0" smtClean="0"/>
                        <a:t>전압</a:t>
                      </a:r>
                      <a:r>
                        <a:rPr lang="en-US" altLang="ko-KR" sz="900" dirty="0" smtClean="0"/>
                        <a:t>/</a:t>
                      </a:r>
                      <a:r>
                        <a:rPr lang="ko-KR" altLang="en-US" sz="900" dirty="0" err="1" smtClean="0"/>
                        <a:t>전력명령</a:t>
                      </a:r>
                      <a:r>
                        <a:rPr lang="ko-KR" altLang="en-US" sz="900" dirty="0" smtClean="0"/>
                        <a:t> 변동 시 자동 리셋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3) </a:t>
                      </a:r>
                      <a:r>
                        <a:rPr lang="ko-KR" altLang="en-US" sz="900" dirty="0" smtClean="0"/>
                        <a:t>동적 </a:t>
                      </a:r>
                      <a:r>
                        <a:rPr lang="en-US" altLang="ko-KR" sz="900" dirty="0" smtClean="0"/>
                        <a:t>threshold </a:t>
                      </a:r>
                      <a:r>
                        <a:rPr lang="ko-KR" altLang="en-US" sz="900" dirty="0" smtClean="0"/>
                        <a:t>학습 </a:t>
                      </a:r>
                      <a:r>
                        <a:rPr lang="en-US" altLang="ko-KR" sz="900" dirty="0" smtClean="0"/>
                        <a:t>(target R × 140%) 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4) 2</a:t>
                      </a:r>
                      <a:r>
                        <a:rPr lang="ko-KR" altLang="en-US" sz="900" dirty="0" smtClean="0"/>
                        <a:t>회</a:t>
                      </a:r>
                      <a:r>
                        <a:rPr lang="en-US" altLang="ko-KR" sz="900" dirty="0" smtClean="0"/>
                        <a:t> </a:t>
                      </a:r>
                      <a:r>
                        <a:rPr lang="ko-KR" altLang="en-US" sz="900" dirty="0" smtClean="0"/>
                        <a:t>검증</a:t>
                      </a:r>
                      <a:r>
                        <a:rPr lang="en-US" altLang="ko-KR" sz="900" dirty="0" smtClean="0"/>
                        <a:t>: </a:t>
                      </a:r>
                      <a:r>
                        <a:rPr lang="ko-KR" altLang="en-US" sz="900" dirty="0" smtClean="0"/>
                        <a:t>오진 방지 </a:t>
                      </a:r>
                      <a:r>
                        <a:rPr lang="en-US" altLang="ko-KR" sz="900" dirty="0" smtClean="0"/>
                        <a:t>(1</a:t>
                      </a:r>
                      <a:r>
                        <a:rPr lang="ko-KR" altLang="en-US" sz="900" dirty="0" smtClean="0"/>
                        <a:t>차 감지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dirty="0" err="1" smtClean="0"/>
                        <a:t>재안정화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2</a:t>
                      </a:r>
                      <a:r>
                        <a:rPr lang="ko-KR" altLang="en-US" sz="900" dirty="0" smtClean="0"/>
                        <a:t>차 확인</a:t>
                      </a:r>
                      <a:r>
                        <a:rPr lang="en-US" altLang="ko-KR" sz="900" dirty="0" smtClean="0"/>
                        <a:t>) 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5) </a:t>
                      </a:r>
                      <a:r>
                        <a:rPr lang="ko-KR" altLang="en-US" sz="900" dirty="0" smtClean="0"/>
                        <a:t>확정 </a:t>
                      </a:r>
                      <a:r>
                        <a:rPr lang="en-US" altLang="ko-KR" sz="900" dirty="0" smtClean="0"/>
                        <a:t>fault </a:t>
                      </a:r>
                      <a:r>
                        <a:rPr lang="ko-KR" altLang="en-US" sz="900" dirty="0" smtClean="0"/>
                        <a:t>시 </a:t>
                      </a:r>
                      <a:r>
                        <a:rPr lang="en-US" altLang="ko-KR" sz="900" dirty="0" smtClean="0"/>
                        <a:t>HC_FAULT (QV </a:t>
                      </a:r>
                      <a:r>
                        <a:rPr lang="ko-KR" altLang="en-US" sz="900" dirty="0" smtClean="0"/>
                        <a:t>동일</a:t>
                      </a:r>
                      <a:r>
                        <a:rPr lang="en-US" altLang="ko-KR" sz="900" dirty="0" smtClean="0"/>
                        <a:t>), 300</a:t>
                      </a:r>
                      <a:r>
                        <a:rPr lang="ko-KR" altLang="en-US" sz="900" dirty="0" smtClean="0"/>
                        <a:t>초 </a:t>
                      </a:r>
                      <a:r>
                        <a:rPr lang="ko-KR" altLang="en-US" sz="900" dirty="0" err="1" smtClean="0"/>
                        <a:t>쿨다운</a:t>
                      </a:r>
                      <a:r>
                        <a:rPr lang="ko-KR" altLang="en-US" sz="900" dirty="0" smtClean="0"/>
                        <a:t> 후 자동 재시도 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6) W </a:t>
                      </a:r>
                      <a:r>
                        <a:rPr lang="ko-KR" altLang="en-US" sz="900" dirty="0" smtClean="0"/>
                        <a:t>제어 </a:t>
                      </a:r>
                      <a:r>
                        <a:rPr lang="en-US" altLang="ko-KR" sz="900" dirty="0" smtClean="0"/>
                        <a:t>/ duty </a:t>
                      </a:r>
                      <a:r>
                        <a:rPr lang="ko-KR" altLang="en-US" sz="900" dirty="0" smtClean="0"/>
                        <a:t>제어 </a:t>
                      </a:r>
                      <a:r>
                        <a:rPr lang="ko-KR" altLang="en-US" sz="900" dirty="0" err="1" smtClean="0"/>
                        <a:t>전처리기</a:t>
                      </a:r>
                      <a:r>
                        <a:rPr lang="ko-KR" altLang="en-US" sz="900" dirty="0" smtClean="0"/>
                        <a:t> 분리 </a:t>
                      </a:r>
                      <a:r>
                        <a:rPr lang="en-US" altLang="ko-KR" sz="900" dirty="0" smtClean="0"/>
                        <a:t>(#if RLOGIC_DUTY_CTRL)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8297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1167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 err="1" smtClean="0">
                          <a:latin typeface="+mj-lt"/>
                        </a:rPr>
                        <a:t>기구물</a:t>
                      </a:r>
                      <a:r>
                        <a:rPr lang="ko-KR" altLang="en-US" sz="900" dirty="0" smtClean="0">
                          <a:latin typeface="+mj-lt"/>
                        </a:rPr>
                        <a:t> </a:t>
                      </a:r>
                      <a:r>
                        <a:rPr lang="en-US" altLang="ko-KR" sz="900" dirty="0" smtClean="0">
                          <a:latin typeface="+mj-lt"/>
                        </a:rPr>
                        <a:t>+ PCB</a:t>
                      </a:r>
                      <a:r>
                        <a:rPr lang="ko-KR" altLang="en-US" sz="900" dirty="0" smtClean="0">
                          <a:latin typeface="+mj-lt"/>
                        </a:rPr>
                        <a:t> 결합 이후에도 </a:t>
                      </a:r>
                      <a:r>
                        <a:rPr lang="en-US" altLang="ko-KR" sz="900" dirty="0" smtClean="0">
                          <a:latin typeface="+mj-lt"/>
                        </a:rPr>
                        <a:t>HV </a:t>
                      </a:r>
                      <a:r>
                        <a:rPr lang="ko-KR" altLang="en-US" sz="900" dirty="0" smtClean="0">
                          <a:latin typeface="+mj-lt"/>
                        </a:rPr>
                        <a:t>인가하면 </a:t>
                      </a:r>
                      <a:r>
                        <a:rPr lang="en-US" altLang="ko-KR" sz="900" dirty="0" smtClean="0">
                          <a:latin typeface="+mj-lt"/>
                        </a:rPr>
                        <a:t>15VCC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전압 스윙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054174"/>
              </p:ext>
            </p:extLst>
          </p:nvPr>
        </p:nvGraphicFramePr>
        <p:xfrm>
          <a:off x="8839157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39157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0663" y="1152594"/>
            <a:ext cx="9047223" cy="694832"/>
            <a:chOff x="160617" y="1128968"/>
            <a:chExt cx="8761689" cy="6705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4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835007"/>
              </p:ext>
            </p:extLst>
          </p:nvPr>
        </p:nvGraphicFramePr>
        <p:xfrm>
          <a:off x="8596301" y="2559161"/>
          <a:ext cx="643797" cy="609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" name="문서" showAsIcon="1" r:id="rId6" imgW="914400" imgH="771480" progId="Word.Document.12">
                  <p:embed/>
                </p:oleObj>
              </mc:Choice>
              <mc:Fallback>
                <p:oleObj name="문서" showAsIcon="1" r:id="rId6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96301" y="2559161"/>
                        <a:ext cx="643797" cy="609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391626"/>
              </p:ext>
            </p:extLst>
          </p:nvPr>
        </p:nvGraphicFramePr>
        <p:xfrm>
          <a:off x="60663" y="620689"/>
          <a:ext cx="9047224" cy="4462854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2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752805">
                  <a:extLst>
                    <a:ext uri="{9D8B030D-6E8A-4147-A177-3AD203B41FA5}">
                      <a16:colId xmlns:a16="http://schemas.microsoft.com/office/drawing/2014/main" val="2928379235"/>
                    </a:ext>
                  </a:extLst>
                </a:gridCol>
                <a:gridCol w="3304975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695564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PJT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49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SAN</a:t>
                      </a:r>
                      <a:b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</a:b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DEN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- 2026-04-06】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통신관련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문의 대응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회신 완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- 2026-04-07】</a:t>
                      </a: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55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err="1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MVa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Front,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Rear ES90700-00 </a:t>
                      </a:r>
                      <a:r>
                        <a:rPr lang="ko-KR" altLang="en-US" sz="900" b="0" i="0" u="none" strike="noStrike" kern="1200" baseline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재송부</a:t>
                      </a:r>
                      <a:r>
                        <a:rPr lang="en-US" altLang="ko-KR" sz="900" b="0" i="0" u="none" strike="noStrike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회신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CAN-FD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Chain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및 검증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회로팀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전달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 4/7)</a:t>
                      </a:r>
                      <a:endParaRPr lang="ko-KR" altLang="ko-KR" sz="900" dirty="0" smtClean="0">
                        <a:effectLst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CAN-FD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Chain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및 검증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회로팀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전달완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183011"/>
                  </a:ext>
                </a:extLst>
              </a:tr>
              <a:tr h="2829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/>
          </p:nvPr>
        </p:nvGraphicFramePr>
        <p:xfrm>
          <a:off x="8839157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5" name="개체 4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39157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0663" y="1152594"/>
            <a:ext cx="9047223" cy="694832"/>
            <a:chOff x="160617" y="1128968"/>
            <a:chExt cx="8761689" cy="6705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4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360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26888</TotalTime>
  <Words>216</Words>
  <Application>Microsoft Office PowerPoint</Application>
  <PresentationFormat>화면 슬라이드 쇼(4:3)</PresentationFormat>
  <Paragraphs>72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워크시트</vt:lpstr>
      <vt:lpstr>문서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6521</cp:revision>
  <dcterms:created xsi:type="dcterms:W3CDTF">2019-10-24T04:42:23Z</dcterms:created>
  <dcterms:modified xsi:type="dcterms:W3CDTF">2026-04-08T00:48:54Z</dcterms:modified>
  <cp:version/>
</cp:coreProperties>
</file>