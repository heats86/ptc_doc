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6" autoAdjust="0"/>
    <p:restoredTop sz="96378" autoAdjust="0"/>
  </p:normalViewPr>
  <p:slideViewPr>
    <p:cSldViewPr snapToObjects="1">
      <p:cViewPr varScale="1">
        <p:scale>
          <a:sx n="150" d="100"/>
          <a:sy n="150" d="100"/>
        </p:scale>
        <p:origin x="-66" y="37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351049"/>
              </p:ext>
            </p:extLst>
          </p:nvPr>
        </p:nvGraphicFramePr>
        <p:xfrm>
          <a:off x="228233" y="764704"/>
          <a:ext cx="8856985" cy="5055992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8208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5879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 smtClean="0"/>
                        <a:t>2P Calibration – Integration stabilization for Auto and CAN-triggered calibration</a:t>
                      </a:r>
                      <a:endParaRPr lang="en-US" sz="900" b="0" dirty="0" smtClean="0"/>
                    </a:p>
                    <a:p>
                      <a:r>
                        <a:rPr lang="en-US" sz="900" dirty="0" smtClean="0"/>
                        <a:t>Analyzed integration issues between power-on auto calibration and CAN command-based calibration. Identified root cause of continuous oscillation due to repeated CALIB command triggering from </a:t>
                      </a:r>
                      <a:r>
                        <a:rPr lang="en-US" sz="900" dirty="0" err="1" smtClean="0"/>
                        <a:t>CANalyzer</a:t>
                      </a:r>
                      <a:r>
                        <a:rPr lang="en-US" sz="900" dirty="0" smtClean="0"/>
                        <a:t>. Investigated driver state dependencies (RUN / HOLD / STALL) affecting calibration start conditions. Debugged conflicts between normal operation modes and calibration state machine execution. </a:t>
                      </a:r>
                    </a:p>
                    <a:p>
                      <a:r>
                        <a:rPr lang="en-US" sz="900" dirty="0" smtClean="0"/>
                        <a:t>Verified correct execution of: </a:t>
                      </a:r>
                    </a:p>
                    <a:p>
                      <a:r>
                        <a:rPr lang="en-US" sz="900" dirty="0" smtClean="0"/>
                        <a:t>Power-on auto calibration sequence </a:t>
                      </a:r>
                    </a:p>
                    <a:p>
                      <a:r>
                        <a:rPr lang="en-US" sz="900" dirty="0" smtClean="0"/>
                        <a:t>CAN-triggered calibration sequence </a:t>
                      </a:r>
                    </a:p>
                    <a:p>
                      <a:r>
                        <a:rPr lang="en-US" sz="900" dirty="0" smtClean="0"/>
                        <a:t>Implemented key fixes: </a:t>
                      </a:r>
                    </a:p>
                    <a:p>
                      <a:r>
                        <a:rPr lang="en-US" sz="900" dirty="0" smtClean="0"/>
                        <a:t>Ensured motor enters HOLD state before starting calibration </a:t>
                      </a:r>
                    </a:p>
                    <a:p>
                      <a:r>
                        <a:rPr lang="en-US" sz="900" dirty="0" smtClean="0"/>
                        <a:t>Prevented calibration restart during continuous CAN command frames </a:t>
                      </a:r>
                    </a:p>
                    <a:p>
                      <a:r>
                        <a:rPr lang="en-US" sz="900" dirty="0" smtClean="0"/>
                        <a:t>Introduced edge-trigger handling for CALIB command to avoid repeated execution </a:t>
                      </a:r>
                    </a:p>
                    <a:p>
                      <a:r>
                        <a:rPr lang="en-US" sz="900" dirty="0" smtClean="0"/>
                        <a:t>Stabilized interaction between LIN command handling and calibration logic </a:t>
                      </a:r>
                    </a:p>
                    <a:p>
                      <a:r>
                        <a:rPr lang="en-US" sz="900" b="1" dirty="0" smtClean="0"/>
                        <a:t>Current Observation:</a:t>
                      </a:r>
                      <a:r>
                        <a:rPr lang="en-US" sz="900" dirty="0" smtClean="0"/>
                        <a:t/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Calibration is now functioning correctly and consistently for both power-on and CAN-triggered scenarios. Continuous oscillation issue has been resolved. Calibration sequence executes reliably with proper end-stop detection and direction reversal.</a:t>
                      </a:r>
                    </a:p>
                    <a:p>
                      <a:endParaRPr lang="en-US" sz="900" dirty="0" smtClean="0"/>
                    </a:p>
                    <a:p>
                      <a:pPr lvl="1"/>
                      <a:endParaRPr lang="en-US" sz="900" dirty="0" smtClean="0"/>
                    </a:p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11139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Calibration still depends on correct synchronization with driver states (RUN / HOLD / STALL). Stability relies on proper command handling; incorrect or noisy LIN signals may still affect behavior. Edge cases such as: Mid-position start </a:t>
                      </a:r>
                    </a:p>
                    <a:p>
                      <a:r>
                        <a:rPr lang="en-US" sz="900" dirty="0" smtClean="0"/>
                        <a:t>Rapid mode switching (0 / 1 / 2)</a:t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may require further validation. </a:t>
                      </a:r>
                    </a:p>
                    <a:p>
                      <a:r>
                        <a:rPr lang="en-US" sz="900" dirty="0" smtClean="0"/>
                        <a:t>Stall detection sensitivity and settling timing may need fine-tuning for different mechanical conditions.</a:t>
                      </a:r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671281"/>
              </p:ext>
            </p:extLst>
          </p:nvPr>
        </p:nvGraphicFramePr>
        <p:xfrm>
          <a:off x="228233" y="764705"/>
          <a:ext cx="8856985" cy="1785567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9220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3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983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Perform full validation across all operating modes: </a:t>
                      </a:r>
                    </a:p>
                    <a:p>
                      <a:pPr lvl="1"/>
                      <a:r>
                        <a:rPr lang="en-US" sz="900" dirty="0" smtClean="0"/>
                        <a:t>Default mode (0) </a:t>
                      </a:r>
                    </a:p>
                    <a:p>
                      <a:pPr lvl="1"/>
                      <a:r>
                        <a:rPr lang="en-US" sz="900" dirty="0" smtClean="0"/>
                        <a:t>Target control mode (1) </a:t>
                      </a:r>
                    </a:p>
                    <a:p>
                      <a:pPr lvl="1"/>
                      <a:r>
                        <a:rPr lang="en-US" sz="900" dirty="0" smtClean="0"/>
                        <a:t>Calibration mode (2) </a:t>
                      </a:r>
                    </a:p>
                    <a:p>
                      <a:r>
                        <a:rPr lang="en-US" sz="900" dirty="0" smtClean="0"/>
                        <a:t>Test calibration robustness under different initial positions and repeated command scenarios. </a:t>
                      </a:r>
                    </a:p>
                    <a:p>
                      <a:r>
                        <a:rPr lang="en-US" sz="900" dirty="0" smtClean="0"/>
                        <a:t>Fine-tune stall detection thresholds and settling delays for improved reliability. </a:t>
                      </a:r>
                    </a:p>
                    <a:p>
                      <a:r>
                        <a:rPr lang="en-US" sz="900" dirty="0" smtClean="0"/>
                        <a:t>Validate behavior under continuous CAN/LIN communication load. </a:t>
                      </a:r>
                    </a:p>
                    <a:p>
                      <a:r>
                        <a:rPr lang="en-US" sz="900" dirty="0" smtClean="0"/>
                        <a:t>Prepare final code cleanup and documentation for calibration logic and integration flow. </a:t>
                      </a:r>
                    </a:p>
                    <a:p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83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26481</TotalTime>
  <Words>288</Words>
  <Application>Microsoft Office PowerPoint</Application>
  <PresentationFormat>On-screen Show (4:3)</PresentationFormat>
  <Paragraphs>51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Verdana</vt:lpstr>
      <vt:lpstr>Wingdings</vt:lpstr>
      <vt:lpstr>현대하모니 B</vt:lpstr>
      <vt:lpstr>제안서 템플릿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6489</cp:revision>
  <dcterms:created xsi:type="dcterms:W3CDTF">2019-10-24T04:42:23Z</dcterms:created>
  <dcterms:modified xsi:type="dcterms:W3CDTF">2026-03-27T08:38:32Z</dcterms:modified>
  <cp:version/>
</cp:coreProperties>
</file>