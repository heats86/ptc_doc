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4"/>
  </p:notesMasterIdLst>
  <p:handoutMasterIdLst>
    <p:handoutMasterId r:id="rId5"/>
  </p:handoutMasterIdLst>
  <p:sldIdLst>
    <p:sldId id="1137" r:id="rId2"/>
    <p:sldId id="1138" r:id="rId3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66" autoAdjust="0"/>
    <p:restoredTop sz="96378" autoAdjust="0"/>
  </p:normalViewPr>
  <p:slideViewPr>
    <p:cSldViewPr snapToObjects="1">
      <p:cViewPr varScale="1">
        <p:scale>
          <a:sx n="150" d="100"/>
          <a:sy n="150" d="100"/>
        </p:scale>
        <p:origin x="138" y="37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30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060083"/>
              </p:ext>
            </p:extLst>
          </p:nvPr>
        </p:nvGraphicFramePr>
        <p:xfrm>
          <a:off x="228233" y="764704"/>
          <a:ext cx="8856985" cy="4644512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18208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21843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 smtClean="0"/>
                        <a:t>Actuator Validation </a:t>
                      </a:r>
                      <a:r>
                        <a:rPr lang="en-US" sz="900" b="1" dirty="0" smtClean="0"/>
                        <a:t>:</a:t>
                      </a:r>
                      <a:r>
                        <a:rPr lang="en-US" sz="900" b="1" baseline="0" dirty="0" smtClean="0"/>
                        <a:t> RPM, Torque, Noise</a:t>
                      </a:r>
                    </a:p>
                    <a:p>
                      <a:r>
                        <a:rPr lang="en-US" sz="900" dirty="0" smtClean="0"/>
                        <a:t>• Validated actuator performance based on software implementation</a:t>
                      </a:r>
                    </a:p>
                    <a:p>
                      <a:r>
                        <a:rPr lang="en-US" sz="900" dirty="0" smtClean="0"/>
                        <a:t>• Verified PPS and </a:t>
                      </a:r>
                      <a:r>
                        <a:rPr lang="en-US" sz="800" dirty="0" smtClean="0"/>
                        <a:t>calculated</a:t>
                      </a:r>
                      <a:r>
                        <a:rPr lang="en-US" sz="900" dirty="0" smtClean="0"/>
                        <a:t> RPM alignment with requirements</a:t>
                      </a:r>
                    </a:p>
                    <a:p>
                      <a:r>
                        <a:rPr lang="en-US" sz="900" dirty="0" smtClean="0"/>
                        <a:t>• Evaluated torque behavior based on current and speed profile</a:t>
                      </a:r>
                    </a:p>
                    <a:p>
                      <a:r>
                        <a:rPr lang="en-US" sz="900" dirty="0" smtClean="0"/>
                        <a:t>• Improved motion stability using backlash compensation</a:t>
                      </a:r>
                    </a:p>
                    <a:p>
                      <a:r>
                        <a:rPr lang="en-US" sz="900" dirty="0" smtClean="0"/>
                        <a:t>• Verified smooth actuator movement across full range</a:t>
                      </a:r>
                    </a:p>
                    <a:p>
                      <a:r>
                        <a:rPr lang="en-US" sz="900" dirty="0" smtClean="0"/>
                        <a:t>• Validated stall detection and recovery behavior</a:t>
                      </a:r>
                    </a:p>
                    <a:p>
                      <a:r>
                        <a:rPr lang="en-US" sz="900" dirty="0" smtClean="0"/>
                        <a:t>• PPS derived from driver configuration</a:t>
                      </a:r>
                    </a:p>
                    <a:p>
                      <a:r>
                        <a:rPr lang="en-US" sz="900" dirty="0" smtClean="0"/>
                        <a:t>• RPM calculated using step resolution (6400 steps/rev)</a:t>
                      </a:r>
                    </a:p>
                    <a:p>
                      <a:r>
                        <a:rPr lang="en-US" sz="900" dirty="0" smtClean="0"/>
                        <a:t>• Results aligned with requirement range (~2.7–5 RPM)</a:t>
                      </a:r>
                    </a:p>
                    <a:p>
                      <a:r>
                        <a:rPr lang="en-US" sz="900" dirty="0" smtClean="0"/>
                        <a:t>• Hardware validation pending (oscilloscope/physical measurement)</a:t>
                      </a:r>
                    </a:p>
                    <a:p>
                      <a:r>
                        <a:rPr lang="en-US" sz="900" dirty="0" smtClean="0"/>
                        <a:t>• Torque estimated based on motor current and speed</a:t>
                      </a:r>
                    </a:p>
                    <a:p>
                      <a:r>
                        <a:rPr lang="en-US" sz="900" dirty="0" smtClean="0"/>
                        <a:t>• Pull-in torque verified via smooth acceleration</a:t>
                      </a:r>
                    </a:p>
                    <a:p>
                      <a:endParaRPr lang="en-US" sz="900" dirty="0" smtClean="0"/>
                    </a:p>
                    <a:p>
                      <a:endParaRPr lang="en-US" sz="900" dirty="0" smtClean="0"/>
                    </a:p>
                    <a:p>
                      <a:endParaRPr lang="en-US" sz="900" dirty="0" smtClean="0"/>
                    </a:p>
                    <a:p>
                      <a:pPr lvl="1"/>
                      <a:endParaRPr lang="en-US" sz="900" dirty="0" smtClean="0"/>
                    </a:p>
                    <a:p>
                      <a:endParaRPr lang="en-US" sz="10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11139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• Minor positional deviation near end limits (~100 steps)</a:t>
                      </a:r>
                    </a:p>
                    <a:p>
                      <a:r>
                        <a:rPr lang="en-US" sz="900" dirty="0" smtClean="0"/>
                        <a:t>• Torque margin may reduce at high speed / low voltage</a:t>
                      </a:r>
                    </a:p>
                    <a:p>
                      <a:r>
                        <a:rPr lang="en-US" sz="900" dirty="0" smtClean="0"/>
                        <a:t>• Backlash tuning requires further refinement</a:t>
                      </a:r>
                    </a:p>
                    <a:p>
                      <a:r>
                        <a:rPr lang="en-US" sz="900" dirty="0" smtClean="0"/>
                        <a:t>• Default position handling – pending implementation</a:t>
                      </a:r>
                    </a:p>
                    <a:p>
                      <a:endParaRPr lang="en-US" sz="9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59956"/>
              </p:ext>
            </p:extLst>
          </p:nvPr>
        </p:nvGraphicFramePr>
        <p:xfrm>
          <a:off x="228233" y="764705"/>
          <a:ext cx="8856985" cy="1589981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19220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53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0983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Perform torque validation under load and voltage variation</a:t>
                      </a:r>
                    </a:p>
                    <a:p>
                      <a:r>
                        <a:rPr lang="en-US" sz="900" dirty="0" smtClean="0"/>
                        <a:t>• Fine-tune backlash and calibration accuracy</a:t>
                      </a:r>
                    </a:p>
                    <a:p>
                      <a:r>
                        <a:rPr lang="en-US" sz="900" dirty="0" smtClean="0"/>
                        <a:t>• Implement and validate default position logic</a:t>
                      </a:r>
                    </a:p>
                    <a:p>
                      <a:r>
                        <a:rPr lang="en-US" sz="900" dirty="0" smtClean="0"/>
                        <a:t>• Conduct full-range robustness testing</a:t>
                      </a:r>
                    </a:p>
                    <a:p>
                      <a:endParaRPr lang="en-US" sz="9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383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26500</TotalTime>
  <Words>219</Words>
  <Application>Microsoft Office PowerPoint</Application>
  <PresentationFormat>On-screen Show (4:3)</PresentationFormat>
  <Paragraphs>52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굴림</vt:lpstr>
      <vt:lpstr>맑은 고딕</vt:lpstr>
      <vt:lpstr>Arial</vt:lpstr>
      <vt:lpstr>Lucida Sans Unicode</vt:lpstr>
      <vt:lpstr>Verdana</vt:lpstr>
      <vt:lpstr>Wingdings</vt:lpstr>
      <vt:lpstr>현대하모니 B</vt:lpstr>
      <vt:lpstr>제안서 템플릿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user</cp:lastModifiedBy>
  <cp:revision>6492</cp:revision>
  <dcterms:created xsi:type="dcterms:W3CDTF">2019-10-24T04:42:23Z</dcterms:created>
  <dcterms:modified xsi:type="dcterms:W3CDTF">2026-04-01T08:37:32Z</dcterms:modified>
  <cp:version/>
</cp:coreProperties>
</file>