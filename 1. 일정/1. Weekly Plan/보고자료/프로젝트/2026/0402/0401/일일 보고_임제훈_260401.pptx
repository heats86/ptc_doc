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9"/>
  </p:notesMasterIdLst>
  <p:handoutMasterIdLst>
    <p:handoutMasterId r:id="rId10"/>
  </p:handoutMasterIdLst>
  <p:sldIdLst>
    <p:sldId id="1137" r:id="rId2"/>
    <p:sldId id="1138" r:id="rId3"/>
    <p:sldId id="1143" r:id="rId4"/>
    <p:sldId id="1144" r:id="rId5"/>
    <p:sldId id="1145" r:id="rId6"/>
    <p:sldId id="1146" r:id="rId7"/>
    <p:sldId id="1141" r:id="rId8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6" autoAdjust="0"/>
    <p:restoredTop sz="96378" autoAdjust="0"/>
  </p:normalViewPr>
  <p:slideViewPr>
    <p:cSldViewPr snapToObjects="1">
      <p:cViewPr varScale="1">
        <p:scale>
          <a:sx n="163" d="100"/>
          <a:sy n="163" d="100"/>
        </p:scale>
        <p:origin x="4296" y="12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323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30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891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426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809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96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141245"/>
              </p:ext>
            </p:extLst>
          </p:nvPr>
        </p:nvGraphicFramePr>
        <p:xfrm>
          <a:off x="107504" y="620688"/>
          <a:ext cx="8928993" cy="4715577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5312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072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653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EOL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성능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 성능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재측정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10EA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정도 측정 했으며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제품 실제로 성능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김민수 책임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칼로리 측정 전력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6500W,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캐놀라이저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측정 전력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6300W,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캐놀라이저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인식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520V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드랍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샘플 분석 지원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정상 샘플에 비해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ADC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값이 더 낮음을 확인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(Duty 95%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측정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스탠바이 상태에서도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ADC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값이 더 낮음을 확인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분석은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26088"/>
                  </a:ext>
                </a:extLst>
              </a:tr>
              <a:tr h="653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제어 사양서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점검 체크리스트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소프트웨어 변경 이력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 영향 평가서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파일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CAN DB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첨부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타 업무 진행으로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야간 결재 예정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652576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44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(04/06~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(~04/01)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2667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507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테스트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수령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73096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MX5a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07504" y="1510944"/>
            <a:ext cx="88839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1195250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838" y="1833663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9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063" y="119675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629" y="181481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120017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성능 기준표 작성 </a:t>
            </a: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1818238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~4/3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119201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미국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생산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한국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1810072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6/1~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1204154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한국 도착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한국 대응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1822214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8/1~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18282"/>
              </p:ext>
            </p:extLst>
          </p:nvPr>
        </p:nvGraphicFramePr>
        <p:xfrm>
          <a:off x="107504" y="620688"/>
          <a:ext cx="8928993" cy="437763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NX5e PHEV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 증상 가능성 있음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이슈 진행 상황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 협의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관련 유관 부서 협의 진행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될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공정처럼 관리 및 진행 필요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다름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가능성 있음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HVAC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형상 변경 유무 확인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V01.01.02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유관 부서 담당자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메일 발송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1042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NQ6e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1214018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862" y="1852431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7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1059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관련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협의 메일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787" y="1852431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4/5~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928" y="121401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699" y="185585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827" y="187147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30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032453"/>
              </p:ext>
            </p:extLst>
          </p:nvPr>
        </p:nvGraphicFramePr>
        <p:xfrm>
          <a:off x="107504" y="620688"/>
          <a:ext cx="8928993" cy="424288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담당자 회의 진행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임제훈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회의 진행 중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 일정으로 종료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익일 오전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결과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04/03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금요일 메일 회신 예정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사이버보안품질연구팀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회신 받은 후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현대샤시시스템품질팀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정지훈 매니저와 사이버 보안 적용 시점 협의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63610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Heater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없이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온도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100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수렴으로 인한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담당자에게 빠른 답변 요구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HMMC 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개발 회의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HMMC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04/02 16:00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NX5e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80" y="1233894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 Event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50" y="188280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</a:rPr>
              <a:t>Core Temp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Over Fault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관련 회의 진행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HMMC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개발 회의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(CFT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전원 참석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kumimoji="0" lang="ko-KR" altLang="en-US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309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1243071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결과 회신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761" y="188491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4/3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124434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적용 시점 협의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995" y="188640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4/5~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P2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496" y="188406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421" y="188383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304" y="1245609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3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980" y="188406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9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21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488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배포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709" y="188383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303" y="1240663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ISIR</a:t>
            </a:r>
          </a:p>
        </p:txBody>
      </p:sp>
      <p:sp>
        <p:nvSpPr>
          <p:cNvPr id="3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527" y="1882723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08558"/>
              </p:ext>
            </p:extLst>
          </p:nvPr>
        </p:nvGraphicFramePr>
        <p:xfrm>
          <a:off x="107504" y="620688"/>
          <a:ext cx="8928993" cy="351936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인도 법인 요청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동글 전달 완료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평택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부품개발팀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정한영 수석 수령 완료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412674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(4/30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납품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인도 법인 요청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동글 사용 매뉴얼 작성 및 매뉴얼 전달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R</a:t>
                      </a: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로직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튜닝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PTC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써모커플러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삽입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HVAC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결합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HE1i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8344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SP1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356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로직 튜닝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28" y="1956447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316046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220EA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리라이팅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(</a:t>
            </a: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평택</a:t>
            </a: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)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957885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318034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RHD 125EA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95EA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평택 입고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959873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131937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RHD 120EA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70EA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두원 납품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156" y="196120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91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93"/>
              </p:ext>
            </p:extLst>
          </p:nvPr>
        </p:nvGraphicFramePr>
        <p:xfrm>
          <a:off x="107504" y="620688"/>
          <a:ext cx="8928993" cy="382473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869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고객사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대응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필드 클레임 관련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 소지 파악 및 개선 대책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김응영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연구원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관련 내용 파악 야간 진행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타 부서 협의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필드 클레임 원인 불명확 및 안건이 많아 일정 지연 요청 및 명확한 원인 요청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김응영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유선 통화 시도 했으나 부재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신지훈 전임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익일 진행 상황 파악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타 업무 진행으로 인해 야간 진행 예정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err="1" smtClean="0">
                <a:latin typeface="+mn-ea"/>
                <a:ea typeface="+mn-ea"/>
              </a:rPr>
              <a:t>SVm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718" y="1852431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224" y="1211843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 Event</a:t>
            </a: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837" y="1850256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160" y="121401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 </a:t>
            </a: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필드 클레임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관련 </a:t>
            </a: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SVm</a:t>
            </a: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문제 소지 파악 및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개선 대책 반영 회신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46351"/>
              </p:ext>
            </p:extLst>
          </p:nvPr>
        </p:nvGraphicFramePr>
        <p:xfrm>
          <a:off x="8297115" y="2576238"/>
          <a:ext cx="739382" cy="640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워크시트" showAsIcon="1" r:id="rId4" imgW="914400" imgH="792360" progId="Excel.Sheet.12">
                  <p:embed/>
                </p:oleObj>
              </mc:Choice>
              <mc:Fallback>
                <p:oleObj name="워크시트" showAsIcon="1" r:id="rId4" imgW="914400" imgH="792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97115" y="2576238"/>
                        <a:ext cx="739382" cy="640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6654" y="1868044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2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009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 </a:t>
            </a: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필드 클레임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관련</a:t>
            </a: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 </a:t>
            </a: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SVm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점검 및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회신 자료 작성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262" y="1871093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110" y="123268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 </a:t>
            </a: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필드 클레임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관련 담당 부서 협의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996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618561"/>
              </p:ext>
            </p:extLst>
          </p:nvPr>
        </p:nvGraphicFramePr>
        <p:xfrm>
          <a:off x="107504" y="620688"/>
          <a:ext cx="8928993" cy="488448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공정 감사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연구소 대응 필요할 때 줌 회의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야간 진행 예정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2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관련 현대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 담당에서 정지훈 매니저 담당으로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정지훈 매니저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완성차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평가 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매니저에게 문의 했고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동일하게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요청 받았다고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5EA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만 납품하는 이유가 무엇인지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?  QV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당시 협의를 통해 확정 되었음을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동일한 제품이고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는 양산 진행 중인데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BJ1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때 전량이 아닌 이유가 무엇인지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?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진행 했을 경우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불가 및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리스크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참조해서 메일로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수량 및 사이버 보안 이력 작성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정지훈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558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이력 정리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수량 및 현황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메일 회신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BJ1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182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 </a:t>
            </a: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공정감사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698" y="189156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082" y="126424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LP2</a:t>
            </a: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695" y="190265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0632" y="127155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 관련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메일 회신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148" y="189435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224" y="1270029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7316" y="190844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5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2489"/>
              </p:ext>
            </p:extLst>
          </p:nvPr>
        </p:nvGraphicFramePr>
        <p:xfrm>
          <a:off x="107504" y="620688"/>
          <a:ext cx="8928993" cy="364578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연구소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문서중앙화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도입을 위한 기존 연구소 파일서버의 데이터 이전 회의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중앙화에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부서별 폴더 생성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정보팀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부서별 폴더에 데이터 이전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각 부서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~ 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서버 접속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이외 일정 접속 제한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2505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원격 제어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문서 중앙화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056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문서중앙화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데이터 이전 회의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572" y="189156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3/26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27773</TotalTime>
  <Words>1231</Words>
  <Application>Microsoft Office PowerPoint</Application>
  <PresentationFormat>화면 슬라이드 쇼(4:3)</PresentationFormat>
  <Paragraphs>294</Paragraphs>
  <Slides>7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굴림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6663</cp:revision>
  <dcterms:created xsi:type="dcterms:W3CDTF">2019-10-24T04:42:23Z</dcterms:created>
  <dcterms:modified xsi:type="dcterms:W3CDTF">2026-04-01T10:03:16Z</dcterms:modified>
  <cp:version/>
</cp:coreProperties>
</file>