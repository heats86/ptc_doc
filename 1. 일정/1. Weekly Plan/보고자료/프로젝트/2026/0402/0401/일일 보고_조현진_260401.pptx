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23950"/>
              </p:ext>
            </p:extLst>
          </p:nvPr>
        </p:nvGraphicFramePr>
        <p:xfrm>
          <a:off x="60663" y="620689"/>
          <a:ext cx="9047224" cy="5679253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752805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0497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7786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2026-03-31】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상태머신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전이 검증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pass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HEATING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DISCHARGESTAND_BY,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FAULT, HALT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등</a:t>
                      </a:r>
                      <a:endParaRPr lang="en-US" altLang="ko-KR" sz="9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m24 byte6/7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디버그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인코딩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dirty="0" err="1" smtClean="0"/>
                        <a:t>heater_state</a:t>
                      </a:r>
                      <a:r>
                        <a:rPr lang="en-US" altLang="ko-KR" sz="900" dirty="0" smtClean="0"/>
                        <a:t>/duty </a:t>
                      </a:r>
                      <a:r>
                        <a:rPr lang="ko-KR" altLang="en-US" sz="900" dirty="0" err="1" smtClean="0"/>
                        <a:t>니블</a:t>
                      </a:r>
                      <a:r>
                        <a:rPr lang="ko-KR" altLang="en-US" sz="900" dirty="0" smtClean="0"/>
                        <a:t> 분할</a:t>
                      </a:r>
                      <a:r>
                        <a:rPr lang="en-US" altLang="ko-KR" sz="900" dirty="0" smtClean="0"/>
                        <a:t> + CAPL </a:t>
                      </a:r>
                      <a:r>
                        <a:rPr lang="ko-KR" altLang="en-US" sz="900" dirty="0" err="1" smtClean="0"/>
                        <a:t>디코더</a:t>
                      </a:r>
                      <a:r>
                        <a:rPr lang="ko-KR" altLang="en-US" sz="900" dirty="0" smtClean="0"/>
                        <a:t> 갱신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 fault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분리 설계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dirty="0" err="1" smtClean="0"/>
                        <a:t>os_scheduler</a:t>
                      </a:r>
                      <a:r>
                        <a:rPr lang="ko-KR" altLang="en-US" sz="900" dirty="0" smtClean="0"/>
                        <a:t>에서 </a:t>
                      </a:r>
                      <a:r>
                        <a:rPr lang="en-US" altLang="ko-KR" sz="900" dirty="0" smtClean="0"/>
                        <a:t>FAULT_BIT_COMM </a:t>
                      </a:r>
                      <a:r>
                        <a:rPr lang="ko-KR" altLang="en-US" sz="900" dirty="0" smtClean="0"/>
                        <a:t>제외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DISCHARGE </a:t>
                      </a:r>
                      <a:r>
                        <a:rPr lang="ko-KR" altLang="en-US" sz="900" dirty="0" smtClean="0"/>
                        <a:t>경유 보장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LIN Sleep </a:t>
                      </a:r>
                      <a:r>
                        <a:rPr lang="ko-KR" altLang="en-US" sz="900" dirty="0" smtClean="0"/>
                        <a:t>구현 완료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- bus idle 4s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DISCHARGE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sleep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DCDC OFF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wake POR </a:t>
                      </a:r>
                      <a:r>
                        <a:rPr lang="ko-KR" altLang="en-US" sz="900" dirty="0" smtClean="0"/>
                        <a:t>검증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SIT1028 Sleep </a:t>
                      </a:r>
                      <a:r>
                        <a:rPr lang="ko-KR" altLang="en-US" sz="900" dirty="0" smtClean="0"/>
                        <a:t>모드 조건 규명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dirty="0" smtClean="0"/>
                        <a:t>EN=LOW, TXD=LOW </a:t>
                      </a:r>
                      <a:r>
                        <a:rPr lang="ko-KR" altLang="en-US" sz="900" dirty="0" smtClean="0"/>
                        <a:t>및 </a:t>
                      </a:r>
                      <a:r>
                        <a:rPr lang="en-US" altLang="ko-KR" sz="900" dirty="0" smtClean="0"/>
                        <a:t>DISCHARGE </a:t>
                      </a:r>
                      <a:r>
                        <a:rPr lang="ko-KR" altLang="en-US" sz="900" dirty="0" smtClean="0"/>
                        <a:t>타이밍 스펙 준수 </a:t>
                      </a:r>
                      <a:r>
                        <a:rPr lang="en-US" altLang="ko-KR" sz="900" dirty="0" smtClean="0"/>
                        <a:t>(950ms&lt;1s)</a:t>
                      </a:r>
                      <a:endParaRPr lang="en-US" altLang="ko-KR" sz="900" dirty="0" smtClean="0"/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2026-04-01】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WWDG </a:t>
                      </a:r>
                      <a:r>
                        <a:rPr lang="ko-KR" altLang="en-US" sz="900" dirty="0" smtClean="0"/>
                        <a:t>리셋 원인 규명 및 수정 </a:t>
                      </a:r>
                      <a:r>
                        <a:rPr lang="en-US" altLang="ko-KR" sz="900" dirty="0" smtClean="0"/>
                        <a:t>(14V+ </a:t>
                      </a:r>
                      <a:r>
                        <a:rPr lang="ko-KR" altLang="en-US" sz="900" dirty="0" smtClean="0"/>
                        <a:t>해결</a:t>
                      </a:r>
                      <a:r>
                        <a:rPr lang="en-US" altLang="ko-KR" sz="900" dirty="0" smtClean="0"/>
                        <a:t>, 12V HW</a:t>
                      </a:r>
                      <a:r>
                        <a:rPr lang="ko-KR" altLang="en-US" sz="900" dirty="0" smtClean="0"/>
                        <a:t>이슈 확인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err="1" smtClean="0"/>
                        <a:t>heater_ctrl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en-US" altLang="ko-KR" sz="900" dirty="0" err="1" smtClean="0"/>
                        <a:t>rlogic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버그 </a:t>
                      </a:r>
                      <a:r>
                        <a:rPr lang="en-US" altLang="ko-KR" sz="900" dirty="0" smtClean="0"/>
                        <a:t>4</a:t>
                      </a:r>
                      <a:r>
                        <a:rPr lang="ko-KR" altLang="en-US" sz="900" dirty="0" smtClean="0"/>
                        <a:t>건 수정 </a:t>
                      </a:r>
                      <a:r>
                        <a:rPr lang="en-US" altLang="ko-KR" sz="900" dirty="0" smtClean="0"/>
                        <a:t>+ </a:t>
                      </a:r>
                      <a:r>
                        <a:rPr lang="en-US" altLang="ko-KR" sz="900" dirty="0" err="1" smtClean="0"/>
                        <a:t>enum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접두사 정리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err="1" smtClean="0"/>
                        <a:t>CANalyzer</a:t>
                      </a:r>
                      <a:r>
                        <a:rPr lang="en-US" altLang="ko-KR" sz="900" dirty="0" smtClean="0"/>
                        <a:t> 16 </a:t>
                      </a:r>
                      <a:r>
                        <a:rPr lang="ko-KR" altLang="en-US" sz="900" dirty="0" smtClean="0"/>
                        <a:t>설정 이슈 해결 </a:t>
                      </a:r>
                      <a:r>
                        <a:rPr lang="en-US" altLang="ko-KR" sz="900" dirty="0" smtClean="0"/>
                        <a:t>+ CAPL </a:t>
                      </a:r>
                      <a:r>
                        <a:rPr lang="ko-KR" altLang="en-US" sz="900" dirty="0" smtClean="0"/>
                        <a:t>상태 문자열 표시 추가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effectLst/>
                        </a:rPr>
                        <a:t>-</a:t>
                      </a: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–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writing </a:t>
                      </a:r>
                      <a:b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: CAN-FD Driver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적용 후 전달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(~4/7)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+mj-lt"/>
                        </a:rPr>
                        <a:t>SX3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+mj-lt"/>
                        </a:rPr>
                        <a:t>금 </a:t>
                      </a:r>
                      <a:r>
                        <a:rPr lang="en-US" altLang="ko-KR" sz="900" dirty="0" smtClean="0">
                          <a:latin typeface="+mj-lt"/>
                        </a:rPr>
                        <a:t>or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차주 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PCB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-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writing 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 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 smtClean="0">
                          <a:latin typeface="+mj-lt"/>
                        </a:rPr>
                        <a:t>기구물</a:t>
                      </a:r>
                      <a:r>
                        <a:rPr lang="en-US" altLang="ko-KR" sz="900" dirty="0" smtClean="0">
                          <a:latin typeface="+mj-lt"/>
                        </a:rPr>
                        <a:t>+PCB</a:t>
                      </a:r>
                      <a:r>
                        <a:rPr lang="ko-KR" altLang="en-US" sz="900" dirty="0" smtClean="0">
                          <a:latin typeface="+mj-lt"/>
                        </a:rPr>
                        <a:t> 결합 이후 </a:t>
                      </a:r>
                      <a:r>
                        <a:rPr lang="en-US" altLang="ko-KR" sz="900" dirty="0" smtClean="0">
                          <a:latin typeface="+mj-lt"/>
                        </a:rPr>
                        <a:t>15V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라인 전압 안정화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(PCB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상태에서는 미해결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), PTC Stone Data Sheet(R/T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곡선 포함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) </a:t>
                      </a:r>
                      <a:r>
                        <a:rPr lang="ko-KR" altLang="en-US" sz="900" baseline="0" dirty="0" err="1" smtClean="0">
                          <a:latin typeface="+mj-lt"/>
                        </a:rPr>
                        <a:t>기구팀에게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 요청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054174"/>
              </p:ext>
            </p:extLst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6" name="개체 2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121941"/>
              </p:ext>
            </p:extLst>
          </p:nvPr>
        </p:nvGraphicFramePr>
        <p:xfrm>
          <a:off x="8615214" y="2467173"/>
          <a:ext cx="627886" cy="52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프레젠테이션" showAsIcon="1" r:id="rId6" imgW="914400" imgH="771480" progId="PowerPoint.Show.12">
                  <p:embed/>
                </p:oleObj>
              </mc:Choice>
              <mc:Fallback>
                <p:oleObj name="프레젠테이션" showAsIcon="1" r:id="rId6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15214" y="2467173"/>
                        <a:ext cx="627886" cy="529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028456"/>
              </p:ext>
            </p:extLst>
          </p:nvPr>
        </p:nvGraphicFramePr>
        <p:xfrm>
          <a:off x="8622822" y="2880214"/>
          <a:ext cx="611112" cy="64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문서" showAsIcon="1" r:id="rId8" imgW="914400" imgH="816480" progId="Word.Document.12">
                  <p:embed/>
                </p:oleObj>
              </mc:Choice>
              <mc:Fallback>
                <p:oleObj name="문서" showAsIcon="1" r:id="rId8" imgW="914400" imgH="816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22822" y="2880214"/>
                        <a:ext cx="611112" cy="640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398682"/>
              </p:ext>
            </p:extLst>
          </p:nvPr>
        </p:nvGraphicFramePr>
        <p:xfrm>
          <a:off x="8571764" y="3331889"/>
          <a:ext cx="713228" cy="601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문서" showAsIcon="1" r:id="rId10" imgW="914400" imgH="771480" progId="Word.Document.12">
                  <p:embed/>
                </p:oleObj>
              </mc:Choice>
              <mc:Fallback>
                <p:oleObj name="문서" showAsIcon="1" r:id="rId10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571764" y="3331889"/>
                        <a:ext cx="713228" cy="601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26704</TotalTime>
  <Words>191</Words>
  <Application>Microsoft Office PowerPoint</Application>
  <PresentationFormat>화면 슬라이드 쇼(4:3)</PresentationFormat>
  <Paragraphs>49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4</vt:i4>
      </vt:variant>
      <vt:variant>
        <vt:lpstr>슬라이드 제목</vt:lpstr>
      </vt:variant>
      <vt:variant>
        <vt:i4>1</vt:i4>
      </vt:variant>
    </vt:vector>
  </HeadingPairs>
  <TitlesOfParts>
    <vt:vector size="13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프레젠테이션</vt:lpstr>
      <vt:lpstr>문서</vt:lpstr>
      <vt:lpstr>Microsoft Word 문서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6511</cp:revision>
  <dcterms:created xsi:type="dcterms:W3CDTF">2019-10-24T04:42:23Z</dcterms:created>
  <dcterms:modified xsi:type="dcterms:W3CDTF">2026-04-01T10:10:49Z</dcterms:modified>
  <cp:version/>
</cp:coreProperties>
</file>