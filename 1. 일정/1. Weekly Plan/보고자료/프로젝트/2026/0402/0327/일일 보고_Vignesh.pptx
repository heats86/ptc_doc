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p:sldMasterIdLst>
    <p:sldMasterId id="2147483709" r:id="rId1"/>
  </p:sldMasterIdLst>
  <p:notesMasterIdLst>
    <p:notesMasterId r:id="rId4"/>
  </p:notesMasterIdLst>
  <p:handoutMasterIdLst>
    <p:handoutMasterId r:id="rId5"/>
  </p:handoutMasterIdLst>
  <p:sldIdLst>
    <p:sldId id="1137" r:id="rId2"/>
    <p:sldId id="1138" r:id="rId3"/>
  </p:sldIdLst>
  <p:sldSz cx="9144000" cy="6858000" type="screen4x3"/>
  <p:notesSz cx="6802438" cy="9934575"/>
  <p:defaultTextStyle>
    <a:defPPr>
      <a:defRPr lang="ko-KR"/>
    </a:defPPr>
    <a:lvl1pPr algn="l" rtl="0" fontAlgn="base" latinLnBrk="1">
      <a:spcBef>
        <a:spcPct val="0"/>
      </a:spcBef>
      <a:spcAft>
        <a:spcPct val="0"/>
      </a:spcAft>
      <a:defRPr kumimoji="1" kern="1200">
        <a:solidFill>
          <a:schemeClr val="tx1"/>
        </a:solidFill>
        <a:latin typeface="굴림"/>
        <a:ea typeface="굴림"/>
        <a:cs typeface="+mn-cs"/>
      </a:defRPr>
    </a:lvl1pPr>
    <a:lvl2pPr marL="457200" algn="l" rtl="0" fontAlgn="base" latinLnBrk="1">
      <a:spcBef>
        <a:spcPct val="0"/>
      </a:spcBef>
      <a:spcAft>
        <a:spcPct val="0"/>
      </a:spcAft>
      <a:defRPr kumimoji="1" kern="1200">
        <a:solidFill>
          <a:schemeClr val="tx1"/>
        </a:solidFill>
        <a:latin typeface="굴림"/>
        <a:ea typeface="굴림"/>
        <a:cs typeface="+mn-cs"/>
      </a:defRPr>
    </a:lvl2pPr>
    <a:lvl3pPr marL="914400" algn="l" rtl="0" fontAlgn="base" latinLnBrk="1">
      <a:spcBef>
        <a:spcPct val="0"/>
      </a:spcBef>
      <a:spcAft>
        <a:spcPct val="0"/>
      </a:spcAft>
      <a:defRPr kumimoji="1" kern="1200">
        <a:solidFill>
          <a:schemeClr val="tx1"/>
        </a:solidFill>
        <a:latin typeface="굴림"/>
        <a:ea typeface="굴림"/>
        <a:cs typeface="+mn-cs"/>
      </a:defRPr>
    </a:lvl3pPr>
    <a:lvl4pPr marL="1371600" algn="l" rtl="0" fontAlgn="base" latinLnBrk="1">
      <a:spcBef>
        <a:spcPct val="0"/>
      </a:spcBef>
      <a:spcAft>
        <a:spcPct val="0"/>
      </a:spcAft>
      <a:defRPr kumimoji="1" kern="1200">
        <a:solidFill>
          <a:schemeClr val="tx1"/>
        </a:solidFill>
        <a:latin typeface="굴림"/>
        <a:ea typeface="굴림"/>
        <a:cs typeface="+mn-cs"/>
      </a:defRPr>
    </a:lvl4pPr>
    <a:lvl5pPr marL="1828800" algn="l" rtl="0" fontAlgn="base" latinLnBrk="1">
      <a:spcBef>
        <a:spcPct val="0"/>
      </a:spcBef>
      <a:spcAft>
        <a:spcPct val="0"/>
      </a:spcAft>
      <a:defRPr kumimoji="1" kern="1200">
        <a:solidFill>
          <a:schemeClr val="tx1"/>
        </a:solidFill>
        <a:latin typeface="굴림"/>
        <a:ea typeface="굴림"/>
        <a:cs typeface="+mn-cs"/>
      </a:defRPr>
    </a:lvl5pPr>
    <a:lvl6pPr marL="2286000" algn="l" defTabSz="914400" rtl="0" eaLnBrk="1" latinLnBrk="1" hangingPunct="1">
      <a:defRPr kumimoji="1" kern="1200">
        <a:solidFill>
          <a:schemeClr val="tx1"/>
        </a:solidFill>
        <a:latin typeface="굴림"/>
        <a:ea typeface="굴림"/>
        <a:cs typeface="+mn-cs"/>
      </a:defRPr>
    </a:lvl6pPr>
    <a:lvl7pPr marL="2743200" algn="l" defTabSz="914400" rtl="0" eaLnBrk="1" latinLnBrk="1" hangingPunct="1">
      <a:defRPr kumimoji="1" kern="1200">
        <a:solidFill>
          <a:schemeClr val="tx1"/>
        </a:solidFill>
        <a:latin typeface="굴림"/>
        <a:ea typeface="굴림"/>
        <a:cs typeface="+mn-cs"/>
      </a:defRPr>
    </a:lvl7pPr>
    <a:lvl8pPr marL="3200400" algn="l" defTabSz="914400" rtl="0" eaLnBrk="1" latinLnBrk="1" hangingPunct="1">
      <a:defRPr kumimoji="1" kern="1200">
        <a:solidFill>
          <a:schemeClr val="tx1"/>
        </a:solidFill>
        <a:latin typeface="굴림"/>
        <a:ea typeface="굴림"/>
        <a:cs typeface="+mn-cs"/>
      </a:defRPr>
    </a:lvl8pPr>
    <a:lvl9pPr marL="3657600" algn="l" defTabSz="914400" rtl="0" eaLnBrk="1" latinLnBrk="1" hangingPunct="1">
      <a:defRPr kumimoji="1" kern="1200">
        <a:solidFill>
          <a:schemeClr val="tx1"/>
        </a:solidFill>
        <a:latin typeface="굴림"/>
        <a:ea typeface="굴림"/>
        <a:cs typeface="+mn-cs"/>
      </a:defRPr>
    </a:lvl9pPr>
  </p:defaultTextStyle>
  <p:extLst>
    <p:ext uri="{EFAFB233-063F-42B5-8137-9DF3F51BA10A}">
      <p15:sldGuideLst xmlns:p15="http://schemas.microsoft.com/office/powerpoint/2012/main">
        <p15:guide id="1" orient="horz" pos="2159">
          <p15:clr>
            <a:srgbClr val="A4A3A4"/>
          </p15:clr>
        </p15:guide>
        <p15:guide id="2" pos="2879">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5" clrIdx="0">
    <p:extLst>
      <p:ext uri="{19B8F6BF-5375-455C-9EA6-DF929625EA0E}">
        <p15:presenceInfo xmlns:p15="http://schemas.microsoft.com/office/powerpoint/2012/main" userId="71ce5d532fb71a9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TxStyle/>
      <a:tcStyle>
        <a:tcBdr/>
        <a:fill>
          <a:solidFill>
            <a:schemeClr val="accent1">
              <a:tint val="40000"/>
            </a:schemeClr>
          </a:solidFill>
        </a:fill>
      </a:tcStyle>
    </a:band1H>
    <a:band2H>
      <a:tcTxStyle/>
      <a:tcStyle>
        <a:tcBdr/>
      </a:tcStyle>
    </a:band2H>
    <a:band1V>
      <a:tcTxStyle/>
      <a:tcStyle>
        <a:tcBdr/>
        <a:fill>
          <a:solidFill>
            <a:schemeClr val="accent1">
              <a:tint val="40000"/>
            </a:schemeClr>
          </a:solidFill>
        </a:fill>
      </a:tcStyle>
    </a:band1V>
    <a:band2V>
      <a:tcTxStyle/>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TxStyle/>
      <a:tcStyle>
        <a:tcBdr/>
        <a:fill>
          <a:solidFill>
            <a:schemeClr val="dk1">
              <a:tint val="40000"/>
            </a:schemeClr>
          </a:solidFill>
        </a:fill>
      </a:tcStyle>
    </a:band1H>
    <a:band2H>
      <a:tcTxStyle/>
      <a:tcStyle>
        <a:tcBdr/>
      </a:tcStyle>
    </a:band2H>
    <a:band1V>
      <a:tcTxStyle/>
      <a:tcStyle>
        <a:tcBdr/>
        <a:fill>
          <a:solidFill>
            <a:schemeClr val="dk1">
              <a:tint val="40000"/>
            </a:schemeClr>
          </a:solidFill>
        </a:fill>
      </a:tcStyle>
    </a:band1V>
    <a:band2V>
      <a:tcTxStyle/>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밝은 스타일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TxStyle/>
      <a:tcStyle>
        <a:tcBdr>
          <a:top>
            <a:lnRef idx="1">
              <a:schemeClr val="tx1"/>
            </a:lnRef>
          </a:top>
          <a:bottom>
            <a:lnRef idx="1">
              <a:schemeClr val="tx1"/>
            </a:lnRef>
          </a:bottom>
        </a:tcBdr>
      </a:tcStyle>
    </a:band1H>
    <a:band1V>
      <a:tcTxStyle/>
      <a:tcStyle>
        <a:tcBdr>
          <a:left>
            <a:lnRef idx="1">
              <a:schemeClr val="tx1"/>
            </a:lnRef>
          </a:left>
          <a:right>
            <a:lnRef idx="1">
              <a:schemeClr val="tx1"/>
            </a:lnRef>
          </a:right>
        </a:tcBdr>
      </a:tcStyle>
    </a:band1V>
    <a:band2V>
      <a:tcTxStyle/>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66" autoAdjust="0"/>
    <p:restoredTop sz="96378" autoAdjust="0"/>
  </p:normalViewPr>
  <p:slideViewPr>
    <p:cSldViewPr snapToObjects="1">
      <p:cViewPr varScale="1">
        <p:scale>
          <a:sx n="150" d="100"/>
          <a:sy n="150" d="100"/>
        </p:scale>
        <p:origin x="138" y="372"/>
      </p:cViewPr>
      <p:guideLst>
        <p:guide orient="horz" pos="2159"/>
        <p:guide pos="2879"/>
      </p:guideLst>
    </p:cSldViewPr>
  </p:slideViewPr>
  <p:notesTextViewPr>
    <p:cViewPr>
      <p:scale>
        <a:sx n="150" d="100"/>
        <a:sy n="150" d="100"/>
      </p:scale>
      <p:origin x="0" y="0"/>
    </p:cViewPr>
  </p:notesTextViewPr>
  <p:sorterViewPr>
    <p:cViewPr>
      <p:scale>
        <a:sx n="140" d="100"/>
        <a:sy n="140" d="100"/>
      </p:scale>
      <p:origin x="0" y="-5916"/>
    </p:cViewPr>
  </p:sorterViewPr>
  <p:notesViewPr>
    <p:cSldViewPr snapToObjects="1">
      <p:cViewPr varScale="1">
        <p:scale>
          <a:sx n="85" d="100"/>
          <a:sy n="85" d="100"/>
        </p:scale>
        <p:origin x="3804"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7988" cy="498475"/>
          </a:xfrm>
          <a:prstGeom prst="rect">
            <a:avLst/>
          </a:prstGeom>
        </p:spPr>
        <p:txBody>
          <a:bodyPr vert="horz" lIns="91440" tIns="45720" rIns="91440" bIns="45720"/>
          <a:lstStyle>
            <a:lvl1pPr algn="l" fontAlgn="auto">
              <a:spcBef>
                <a:spcPts val="0"/>
              </a:spcBef>
              <a:spcAft>
                <a:spcPts val="0"/>
              </a:spcAft>
              <a:defRPr kumimoji="0" sz="1200">
                <a:latin typeface="+mn-lt"/>
                <a:ea typeface="+mn-ea"/>
              </a:defRPr>
            </a:lvl1pPr>
          </a:lstStyle>
          <a:p>
            <a:pPr>
              <a:defRPr/>
            </a:pPr>
            <a:endParaRPr lang="ko-KR" altLang="en-US"/>
          </a:p>
        </p:txBody>
      </p:sp>
      <p:sp>
        <p:nvSpPr>
          <p:cNvPr id="3" name="날짜 개체 틀 2"/>
          <p:cNvSpPr>
            <a:spLocks noGrp="1"/>
          </p:cNvSpPr>
          <p:nvPr>
            <p:ph type="dt" sz="quarter" idx="1"/>
          </p:nvPr>
        </p:nvSpPr>
        <p:spPr>
          <a:xfrm>
            <a:off x="3852863" y="0"/>
            <a:ext cx="2947987" cy="498475"/>
          </a:xfrm>
          <a:prstGeom prst="rect">
            <a:avLst/>
          </a:prstGeom>
        </p:spPr>
        <p:txBody>
          <a:bodyPr vert="horz" lIns="91440" tIns="45720" rIns="91440" bIns="45720"/>
          <a:lstStyle>
            <a:lvl1pPr algn="r" fontAlgn="auto">
              <a:spcBef>
                <a:spcPts val="0"/>
              </a:spcBef>
              <a:spcAft>
                <a:spcPts val="0"/>
              </a:spcAft>
              <a:defRPr kumimoji="0" sz="1200">
                <a:latin typeface="+mn-lt"/>
                <a:ea typeface="+mn-ea"/>
              </a:defRPr>
            </a:lvl1pPr>
          </a:lstStyle>
          <a:p>
            <a:pPr>
              <a:defRPr/>
            </a:pPr>
            <a:fld id="{14F0EACC-29E1-4123-AB74-F69792B7420C}" type="datetime1">
              <a:rPr lang="ko-KR" altLang="en-US"/>
              <a:pPr>
                <a:defRPr/>
              </a:pPr>
              <a:t>2026-03-30</a:t>
            </a:fld>
            <a:endParaRPr lang="ko-KR" altLang="en-US"/>
          </a:p>
        </p:txBody>
      </p:sp>
      <p:sp>
        <p:nvSpPr>
          <p:cNvPr id="4" name="바닥글 개체 틀 3"/>
          <p:cNvSpPr>
            <a:spLocks noGrp="1"/>
          </p:cNvSpPr>
          <p:nvPr>
            <p:ph type="ftr" sz="quarter" idx="2"/>
          </p:nvPr>
        </p:nvSpPr>
        <p:spPr>
          <a:xfrm>
            <a:off x="0" y="9436100"/>
            <a:ext cx="2947988" cy="498475"/>
          </a:xfrm>
          <a:prstGeom prst="rect">
            <a:avLst/>
          </a:prstGeom>
        </p:spPr>
        <p:txBody>
          <a:bodyPr vert="horz" lIns="91440" tIns="45720" rIns="91440" bIns="45720" anchor="b"/>
          <a:lstStyle>
            <a:lvl1pPr algn="l" fontAlgn="auto">
              <a:spcBef>
                <a:spcPts val="0"/>
              </a:spcBef>
              <a:spcAft>
                <a:spcPts val="0"/>
              </a:spcAft>
              <a:defRPr kumimoji="0" sz="1200">
                <a:latin typeface="+mn-lt"/>
                <a:ea typeface="+mn-ea"/>
              </a:defRPr>
            </a:lvl1pPr>
          </a:lstStyle>
          <a:p>
            <a:pPr>
              <a:defRPr/>
            </a:pPr>
            <a:endParaRPr lang="ko-KR" altLang="en-US"/>
          </a:p>
        </p:txBody>
      </p:sp>
      <p:sp>
        <p:nvSpPr>
          <p:cNvPr id="5" name="슬라이드 번호 개체 틀 4"/>
          <p:cNvSpPr>
            <a:spLocks noGrp="1"/>
          </p:cNvSpPr>
          <p:nvPr>
            <p:ph type="sldNum" sz="quarter" idx="3"/>
          </p:nvPr>
        </p:nvSpPr>
        <p:spPr>
          <a:xfrm>
            <a:off x="3852863" y="9436100"/>
            <a:ext cx="2947987" cy="498475"/>
          </a:xfrm>
          <a:prstGeom prst="rect">
            <a:avLst/>
          </a:prstGeom>
        </p:spPr>
        <p:txBody>
          <a:bodyPr vert="horz" wrap="square" lIns="91440" tIns="45720" rIns="91440" bIns="45720" anchor="b" anchorCtr="0">
            <a:prstTxWarp prst="textNoShape">
              <a:avLst/>
            </a:prstTxWarp>
          </a:bodyPr>
          <a:lstStyle>
            <a:lvl1pPr algn="r">
              <a:defRPr kumimoji="0" sz="1200">
                <a:latin typeface="맑은 고딕"/>
                <a:ea typeface="맑은 고딕"/>
              </a:defRPr>
            </a:lvl1pPr>
          </a:lstStyle>
          <a:p>
            <a:pPr lvl="0">
              <a:defRPr/>
            </a:pPr>
            <a:fld id="{C5AD38E4-52FB-405C-8E19-6A254CCE2067}" type="slidenum">
              <a:rPr lang="ko-KR" altLang="en-US"/>
              <a:pPr lvl="0">
                <a:defRPr/>
              </a:pPr>
              <a:t>‹#›</a:t>
            </a:fld>
            <a:endParaRPr lang="ko-KR"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7988" cy="498475"/>
          </a:xfrm>
          <a:prstGeom prst="rect">
            <a:avLst/>
          </a:prstGeom>
        </p:spPr>
        <p:txBody>
          <a:bodyPr vert="horz" lIns="91440" tIns="45720" rIns="91440" bIns="45720"/>
          <a:lstStyle>
            <a:lvl1pPr algn="l" fontAlgn="auto">
              <a:spcBef>
                <a:spcPts val="0"/>
              </a:spcBef>
              <a:spcAft>
                <a:spcPts val="0"/>
              </a:spcAft>
              <a:defRPr kumimoji="0" sz="1200">
                <a:latin typeface="+mn-lt"/>
                <a:ea typeface="+mn-ea"/>
              </a:defRPr>
            </a:lvl1pPr>
          </a:lstStyle>
          <a:p>
            <a:pPr>
              <a:defRPr/>
            </a:pPr>
            <a:endParaRPr lang="ko-KR" altLang="en-US"/>
          </a:p>
        </p:txBody>
      </p:sp>
      <p:sp>
        <p:nvSpPr>
          <p:cNvPr id="3" name="날짜 개체 틀 2"/>
          <p:cNvSpPr>
            <a:spLocks noGrp="1"/>
          </p:cNvSpPr>
          <p:nvPr>
            <p:ph type="dt" idx="1"/>
          </p:nvPr>
        </p:nvSpPr>
        <p:spPr>
          <a:xfrm>
            <a:off x="3852863" y="0"/>
            <a:ext cx="2947987" cy="498475"/>
          </a:xfrm>
          <a:prstGeom prst="rect">
            <a:avLst/>
          </a:prstGeom>
        </p:spPr>
        <p:txBody>
          <a:bodyPr vert="horz" lIns="91440" tIns="45720" rIns="91440" bIns="45720"/>
          <a:lstStyle>
            <a:lvl1pPr algn="r" fontAlgn="auto">
              <a:spcBef>
                <a:spcPts val="0"/>
              </a:spcBef>
              <a:spcAft>
                <a:spcPts val="0"/>
              </a:spcAft>
              <a:defRPr kumimoji="0" sz="1200">
                <a:latin typeface="+mn-lt"/>
                <a:ea typeface="+mn-ea"/>
              </a:defRPr>
            </a:lvl1pPr>
          </a:lstStyle>
          <a:p>
            <a:pPr>
              <a:defRPr/>
            </a:pPr>
            <a:fld id="{0B67648E-ACAE-4A84-9CB2-88D8D686B020}" type="datetime1">
              <a:rPr lang="ko-KR" altLang="en-US"/>
              <a:pPr>
                <a:defRPr/>
              </a:pPr>
              <a:t>2026-03-30</a:t>
            </a:fld>
            <a:endParaRPr lang="ko-KR" altLang="en-US"/>
          </a:p>
        </p:txBody>
      </p:sp>
      <p:sp>
        <p:nvSpPr>
          <p:cNvPr id="4" name="슬라이드 이미지 개체 틀 3"/>
          <p:cNvSpPr>
            <a:spLocks noGrp="1" noRot="1" noChangeAspect="1" noTextEdit="1"/>
          </p:cNvSpPr>
          <p:nvPr>
            <p:ph type="sldImg" idx="2"/>
          </p:nvPr>
        </p:nvSpPr>
        <p:spPr>
          <a:xfrm>
            <a:off x="1166813" y="1241425"/>
            <a:ext cx="4468812" cy="3352800"/>
          </a:xfrm>
          <a:prstGeom prst="rect">
            <a:avLst/>
          </a:prstGeom>
          <a:noFill/>
          <a:ln w="12700">
            <a:solidFill>
              <a:prstClr val="black"/>
            </a:solidFill>
          </a:ln>
        </p:spPr>
        <p:txBody>
          <a:bodyPr vert="horz" lIns="91440" tIns="45720" rIns="91440" bIns="45720" anchor="ctr"/>
          <a:lstStyle/>
          <a:p>
            <a:pPr lvl="0">
              <a:defRPr/>
            </a:pPr>
            <a:endParaRPr lang="ko-KR" altLang="en-US"/>
          </a:p>
        </p:txBody>
      </p:sp>
      <p:sp>
        <p:nvSpPr>
          <p:cNvPr id="5" name="슬라이드 노트 개체 틀 4"/>
          <p:cNvSpPr>
            <a:spLocks noGrp="1"/>
          </p:cNvSpPr>
          <p:nvPr>
            <p:ph type="body" sz="quarter" idx="3"/>
          </p:nvPr>
        </p:nvSpPr>
        <p:spPr>
          <a:xfrm>
            <a:off x="681038" y="4781550"/>
            <a:ext cx="5441950" cy="3911600"/>
          </a:xfrm>
          <a:prstGeom prst="rect">
            <a:avLst/>
          </a:prstGeom>
        </p:spPr>
        <p:txBody>
          <a:bodyPr vert="horz" lIns="91440" tIns="45720" rIns="91440" bIns="45720"/>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6" name="바닥글 개체 틀 5"/>
          <p:cNvSpPr>
            <a:spLocks noGrp="1"/>
          </p:cNvSpPr>
          <p:nvPr>
            <p:ph type="ftr" sz="quarter" idx="4"/>
          </p:nvPr>
        </p:nvSpPr>
        <p:spPr>
          <a:xfrm>
            <a:off x="0" y="9436100"/>
            <a:ext cx="2947988" cy="498475"/>
          </a:xfrm>
          <a:prstGeom prst="rect">
            <a:avLst/>
          </a:prstGeom>
        </p:spPr>
        <p:txBody>
          <a:bodyPr vert="horz" lIns="91440" tIns="45720" rIns="91440" bIns="45720" anchor="b"/>
          <a:lstStyle>
            <a:lvl1pPr algn="l" fontAlgn="auto">
              <a:spcBef>
                <a:spcPts val="0"/>
              </a:spcBef>
              <a:spcAft>
                <a:spcPts val="0"/>
              </a:spcAft>
              <a:defRPr kumimoji="0" sz="1200">
                <a:latin typeface="+mn-lt"/>
                <a:ea typeface="+mn-ea"/>
              </a:defRPr>
            </a:lvl1pPr>
          </a:lstStyle>
          <a:p>
            <a:pPr>
              <a:defRPr/>
            </a:pPr>
            <a:endParaRPr lang="ko-KR" altLang="en-US"/>
          </a:p>
        </p:txBody>
      </p:sp>
      <p:sp>
        <p:nvSpPr>
          <p:cNvPr id="7" name="슬라이드 번호 개체 틀 6"/>
          <p:cNvSpPr>
            <a:spLocks noGrp="1"/>
          </p:cNvSpPr>
          <p:nvPr>
            <p:ph type="sldNum" sz="quarter" idx="5"/>
          </p:nvPr>
        </p:nvSpPr>
        <p:spPr>
          <a:xfrm>
            <a:off x="3852863" y="9436100"/>
            <a:ext cx="2947987" cy="498475"/>
          </a:xfrm>
          <a:prstGeom prst="rect">
            <a:avLst/>
          </a:prstGeom>
        </p:spPr>
        <p:txBody>
          <a:bodyPr vert="horz" wrap="square" lIns="91440" tIns="45720" rIns="91440" bIns="45720" anchor="b" anchorCtr="0">
            <a:prstTxWarp prst="textNoShape">
              <a:avLst/>
            </a:prstTxWarp>
          </a:bodyPr>
          <a:lstStyle>
            <a:lvl1pPr algn="r">
              <a:defRPr kumimoji="0" sz="1200">
                <a:latin typeface="맑은 고딕"/>
                <a:ea typeface="맑은 고딕"/>
              </a:defRPr>
            </a:lvl1pPr>
          </a:lstStyle>
          <a:p>
            <a:pPr lvl="0">
              <a:defRPr/>
            </a:pPr>
            <a:fld id="{29ED2F5D-67AF-441D-A814-CF7ACE32B267}" type="slidenum">
              <a:rPr lang="ko-KR" altLang="en-US"/>
              <a:pPr lvl="0">
                <a:defRPr/>
              </a:pPr>
              <a:t>‹#›</a:t>
            </a:fld>
            <a:endParaRPr lang="ko-KR" altLang="en-US"/>
          </a:p>
        </p:txBody>
      </p:sp>
    </p:spTree>
  </p:cSld>
  <p:clrMap bg1="lt1" tx1="dk1" bg2="lt2" tx2="dk2" accent1="accent1" accent2="accent2" accent3="accent3" accent4="accent4" accent5="accent5" accent6="accent6" hlink="hlink" folHlink="folHlink"/>
  <p:hf hdr="0" dt="0"/>
  <p:notesStyle>
    <a:lvl1pPr algn="l" rtl="0" eaLnBrk="0" fontAlgn="base" latinLnBrk="1" hangingPunct="0">
      <a:spcBef>
        <a:spcPct val="30000"/>
      </a:spcBef>
      <a:spcAft>
        <a:spcPct val="0"/>
      </a:spcAft>
      <a:defRPr sz="1200" kern="1200">
        <a:solidFill>
          <a:schemeClr val="tx1"/>
        </a:solidFill>
        <a:latin typeface="+mn-lt"/>
        <a:ea typeface="+mn-ea"/>
        <a:cs typeface="+mn-cs"/>
      </a:defRPr>
    </a:lvl1pPr>
    <a:lvl2pPr marL="457200" algn="l" rtl="0" eaLnBrk="0" fontAlgn="base" latinLnBrk="1" hangingPunct="0">
      <a:spcBef>
        <a:spcPct val="30000"/>
      </a:spcBef>
      <a:spcAft>
        <a:spcPct val="0"/>
      </a:spcAft>
      <a:defRPr sz="1200" kern="1200">
        <a:solidFill>
          <a:schemeClr val="tx1"/>
        </a:solidFill>
        <a:latin typeface="+mn-lt"/>
        <a:ea typeface="+mn-ea"/>
        <a:cs typeface="+mn-cs"/>
      </a:defRPr>
    </a:lvl2pPr>
    <a:lvl3pPr marL="914400" algn="l" rtl="0" eaLnBrk="0" fontAlgn="base" latinLnBrk="1" hangingPunct="0">
      <a:spcBef>
        <a:spcPct val="30000"/>
      </a:spcBef>
      <a:spcAft>
        <a:spcPct val="0"/>
      </a:spcAft>
      <a:defRPr sz="1200" kern="1200">
        <a:solidFill>
          <a:schemeClr val="tx1"/>
        </a:solidFill>
        <a:latin typeface="+mn-lt"/>
        <a:ea typeface="+mn-ea"/>
        <a:cs typeface="+mn-cs"/>
      </a:defRPr>
    </a:lvl3pPr>
    <a:lvl4pPr marL="1371600" algn="l" rtl="0" eaLnBrk="0" fontAlgn="base" latinLnBrk="1" hangingPunct="0">
      <a:spcBef>
        <a:spcPct val="30000"/>
      </a:spcBef>
      <a:spcAft>
        <a:spcPct val="0"/>
      </a:spcAft>
      <a:defRPr sz="1200" kern="1200">
        <a:solidFill>
          <a:schemeClr val="tx1"/>
        </a:solidFill>
        <a:latin typeface="+mn-lt"/>
        <a:ea typeface="+mn-ea"/>
        <a:cs typeface="+mn-cs"/>
      </a:defRPr>
    </a:lvl4pPr>
    <a:lvl5pPr marL="1828800" algn="l" rtl="0" eaLnBrk="0" fontAlgn="base" latinLnBrk="1" hangingPunct="0">
      <a:spcBef>
        <a:spcPct val="30000"/>
      </a:spcBef>
      <a:spcAft>
        <a:spcPct val="0"/>
      </a:spcAft>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p:nvPr>
        </p:nvSpPr>
        <p:spPr/>
      </p:sp>
      <p:sp>
        <p:nvSpPr>
          <p:cNvPr id="3" name="슬라이드 노트 개체 틀 2"/>
          <p:cNvSpPr>
            <a:spLocks noGrp="1"/>
          </p:cNvSpPr>
          <p:nvPr>
            <p:ph type="body" idx="1"/>
          </p:nvPr>
        </p:nvSpPr>
        <p:spPr/>
        <p:txBody>
          <a:bodyPr/>
          <a:lstStyle/>
          <a:p>
            <a:pPr lvl="0">
              <a:defRPr/>
            </a:pPr>
            <a:endParaRPr lang="ko-KR" altLang="en-US"/>
          </a:p>
        </p:txBody>
      </p:sp>
      <p:sp>
        <p:nvSpPr>
          <p:cNvPr id="4" name="바닥글 개체 틀 3"/>
          <p:cNvSpPr>
            <a:spLocks noGrp="1"/>
          </p:cNvSpPr>
          <p:nvPr>
            <p:ph type="ftr" sz="quarter" idx="10"/>
          </p:nvPr>
        </p:nvSpPr>
        <p:spPr/>
        <p:txBody>
          <a:bodyPr/>
          <a:lstStyle/>
          <a:p>
            <a:pPr>
              <a:defRPr/>
            </a:pPr>
            <a:endParaRPr lang="ko-KR" altLang="en-US"/>
          </a:p>
        </p:txBody>
      </p:sp>
      <p:sp>
        <p:nvSpPr>
          <p:cNvPr id="5" name="슬라이드 번호 개체 틀 4"/>
          <p:cNvSpPr>
            <a:spLocks noGrp="1"/>
          </p:cNvSpPr>
          <p:nvPr>
            <p:ph type="sldNum" sz="quarter" idx="11"/>
          </p:nvPr>
        </p:nvSpPr>
        <p:spPr/>
        <p:txBody>
          <a:bodyPr/>
          <a:lstStyle/>
          <a:p>
            <a:pPr lvl="0">
              <a:defRPr/>
            </a:pPr>
            <a:fld id="{29ED2F5D-67AF-441D-A814-CF7ACE32B267}" type="slidenum">
              <a:rPr lang="en-US" altLang="en-US"/>
              <a:pPr lvl="0">
                <a:defRPr/>
              </a:pPr>
              <a:t>0</a:t>
            </a:fld>
            <a:endParaRPr lang="en-US" altLang="en-US"/>
          </a:p>
        </p:txBody>
      </p:sp>
    </p:spTree>
    <p:extLst>
      <p:ext uri="{BB962C8B-B14F-4D97-AF65-F5344CB8AC3E}">
        <p14:creationId xmlns:p14="http://schemas.microsoft.com/office/powerpoint/2010/main" val="9216853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p:nvPr>
        </p:nvSpPr>
        <p:spPr/>
      </p:sp>
      <p:sp>
        <p:nvSpPr>
          <p:cNvPr id="3" name="슬라이드 노트 개체 틀 2"/>
          <p:cNvSpPr>
            <a:spLocks noGrp="1"/>
          </p:cNvSpPr>
          <p:nvPr>
            <p:ph type="body" idx="1"/>
          </p:nvPr>
        </p:nvSpPr>
        <p:spPr/>
        <p:txBody>
          <a:bodyPr/>
          <a:lstStyle/>
          <a:p>
            <a:pPr lvl="0">
              <a:defRPr/>
            </a:pPr>
            <a:endParaRPr lang="ko-KR" altLang="en-US"/>
          </a:p>
        </p:txBody>
      </p:sp>
      <p:sp>
        <p:nvSpPr>
          <p:cNvPr id="4" name="바닥글 개체 틀 3"/>
          <p:cNvSpPr>
            <a:spLocks noGrp="1"/>
          </p:cNvSpPr>
          <p:nvPr>
            <p:ph type="ftr" sz="quarter" idx="10"/>
          </p:nvPr>
        </p:nvSpPr>
        <p:spPr/>
        <p:txBody>
          <a:bodyPr/>
          <a:lstStyle/>
          <a:p>
            <a:pPr>
              <a:defRPr/>
            </a:pPr>
            <a:endParaRPr lang="ko-KR" altLang="en-US"/>
          </a:p>
        </p:txBody>
      </p:sp>
      <p:sp>
        <p:nvSpPr>
          <p:cNvPr id="5" name="슬라이드 번호 개체 틀 4"/>
          <p:cNvSpPr>
            <a:spLocks noGrp="1"/>
          </p:cNvSpPr>
          <p:nvPr>
            <p:ph type="sldNum" sz="quarter" idx="11"/>
          </p:nvPr>
        </p:nvSpPr>
        <p:spPr/>
        <p:txBody>
          <a:bodyPr/>
          <a:lstStyle/>
          <a:p>
            <a:pPr lvl="0">
              <a:defRPr/>
            </a:pPr>
            <a:fld id="{29ED2F5D-67AF-441D-A814-CF7ACE32B267}" type="slidenum">
              <a:rPr lang="en-US" altLang="en-US"/>
              <a:pPr lvl="0">
                <a:defRPr/>
              </a:pPr>
              <a:t>1</a:t>
            </a:fld>
            <a:endParaRPr lang="en-US" altLang="en-US"/>
          </a:p>
        </p:txBody>
      </p:sp>
    </p:spTree>
    <p:extLst>
      <p:ext uri="{BB962C8B-B14F-4D97-AF65-F5344CB8AC3E}">
        <p14:creationId xmlns:p14="http://schemas.microsoft.com/office/powerpoint/2010/main" val="2362304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제목 슬라이드">
    <p:spTree>
      <p:nvGrpSpPr>
        <p:cNvPr id="1" name=""/>
        <p:cNvGrpSpPr/>
        <p:nvPr/>
      </p:nvGrpSpPr>
      <p:grpSpPr>
        <a:xfrm>
          <a:off x="0" y="0"/>
          <a:ext cx="0" cy="0"/>
          <a:chOff x="0" y="0"/>
          <a:chExt cx="0" cy="0"/>
        </a:xfrm>
      </p:grpSpPr>
      <p:sp>
        <p:nvSpPr>
          <p:cNvPr id="2" name="Rectangle 36">
            <a:extLst>
              <a:ext uri="{FF2B5EF4-FFF2-40B4-BE49-F238E27FC236}">
                <a16:creationId xmlns:a16="http://schemas.microsoft.com/office/drawing/2014/main" id="{FAD228E9-8FB4-4FE0-8960-343D0C70C809}"/>
              </a:ext>
            </a:extLst>
          </p:cNvPr>
          <p:cNvSpPr>
            <a:spLocks noChangeArrowheads="1"/>
          </p:cNvSpPr>
          <p:nvPr userDrawn="1"/>
        </p:nvSpPr>
        <p:spPr bwMode="white">
          <a:xfrm>
            <a:off x="0" y="-26988"/>
            <a:ext cx="9144000" cy="2303463"/>
          </a:xfrm>
          <a:prstGeom prst="rect">
            <a:avLst/>
          </a:prstGeom>
          <a:gradFill flip="none" rotWithShape="1">
            <a:gsLst>
              <a:gs pos="0">
                <a:schemeClr val="bg1">
                  <a:lumMod val="50000"/>
                </a:schemeClr>
              </a:gs>
              <a:gs pos="100000">
                <a:schemeClr val="bg1">
                  <a:lumMod val="85000"/>
                </a:schemeClr>
              </a:gs>
            </a:gsLst>
            <a:lin ang="0" scaled="1"/>
            <a:tileRect/>
          </a:gradFill>
          <a:ln w="9525">
            <a:noFill/>
            <a:miter lim="800000"/>
            <a:headEnd/>
            <a:tailEnd/>
          </a:ln>
          <a:effectLst/>
        </p:spPr>
        <p:txBody>
          <a:bodyPr wrap="none" anchor="ctr"/>
          <a:lstStyle/>
          <a:p>
            <a:pPr algn="ctr" latinLnBrk="0">
              <a:defRPr/>
            </a:pPr>
            <a:endParaRPr kumimoji="0" lang="ko-KR" altLang="en-US" sz="1100" dirty="0">
              <a:solidFill>
                <a:srgbClr val="FFFFFF"/>
              </a:solidFill>
              <a:latin typeface="+mn-lt"/>
            </a:endParaRPr>
          </a:p>
        </p:txBody>
      </p:sp>
      <p:sp>
        <p:nvSpPr>
          <p:cNvPr id="3" name="Freeform 38">
            <a:extLst>
              <a:ext uri="{FF2B5EF4-FFF2-40B4-BE49-F238E27FC236}">
                <a16:creationId xmlns:a16="http://schemas.microsoft.com/office/drawing/2014/main" id="{FE218359-3438-4B51-8D6A-457052163E4C}"/>
              </a:ext>
            </a:extLst>
          </p:cNvPr>
          <p:cNvSpPr>
            <a:spLocks/>
          </p:cNvSpPr>
          <p:nvPr userDrawn="1"/>
        </p:nvSpPr>
        <p:spPr bwMode="gray">
          <a:xfrm>
            <a:off x="0" y="3284538"/>
            <a:ext cx="1911350" cy="461962"/>
          </a:xfrm>
          <a:custGeom>
            <a:avLst/>
            <a:gdLst/>
            <a:ahLst/>
            <a:cxnLst>
              <a:cxn ang="0">
                <a:pos x="0" y="0"/>
              </a:cxn>
              <a:cxn ang="0">
                <a:pos x="1204" y="0"/>
              </a:cxn>
              <a:cxn ang="0">
                <a:pos x="1041" y="291"/>
              </a:cxn>
              <a:cxn ang="0">
                <a:pos x="0" y="286"/>
              </a:cxn>
              <a:cxn ang="0">
                <a:pos x="0" y="0"/>
              </a:cxn>
            </a:cxnLst>
            <a:rect l="0" t="0" r="r" b="b"/>
            <a:pathLst>
              <a:path w="1204" h="291">
                <a:moveTo>
                  <a:pt x="0" y="0"/>
                </a:moveTo>
                <a:lnTo>
                  <a:pt x="1204" y="0"/>
                </a:lnTo>
                <a:lnTo>
                  <a:pt x="1041" y="291"/>
                </a:lnTo>
                <a:lnTo>
                  <a:pt x="0" y="286"/>
                </a:lnTo>
                <a:lnTo>
                  <a:pt x="0" y="0"/>
                </a:lnTo>
                <a:close/>
              </a:path>
            </a:pathLst>
          </a:custGeom>
          <a:solidFill>
            <a:schemeClr val="tx1">
              <a:lumMod val="75000"/>
              <a:lumOff val="25000"/>
            </a:schemeClr>
          </a:solidFill>
          <a:ln w="9525" cap="flat" cmpd="sng">
            <a:noFill/>
            <a:prstDash val="solid"/>
            <a:round/>
            <a:headEnd type="none" w="med" len="med"/>
            <a:tailEnd type="none" w="med" len="med"/>
          </a:ln>
          <a:effectLst/>
        </p:spPr>
        <p:txBody>
          <a:bodyPr/>
          <a:lstStyle/>
          <a:p>
            <a:pPr algn="ctr" latinLnBrk="0">
              <a:defRPr/>
            </a:pPr>
            <a:endParaRPr kumimoji="0" lang="ko-KR" altLang="en-US" sz="1100" dirty="0">
              <a:solidFill>
                <a:srgbClr val="FFFFFF"/>
              </a:solidFill>
              <a:latin typeface="+mn-lt"/>
            </a:endParaRPr>
          </a:p>
        </p:txBody>
      </p:sp>
      <p:sp>
        <p:nvSpPr>
          <p:cNvPr id="4" name="Freeform 44">
            <a:extLst>
              <a:ext uri="{FF2B5EF4-FFF2-40B4-BE49-F238E27FC236}">
                <a16:creationId xmlns:a16="http://schemas.microsoft.com/office/drawing/2014/main" id="{17CFAC85-6B30-4974-950D-358A0033D0C3}"/>
              </a:ext>
            </a:extLst>
          </p:cNvPr>
          <p:cNvSpPr>
            <a:spLocks/>
          </p:cNvSpPr>
          <p:nvPr userDrawn="1"/>
        </p:nvSpPr>
        <p:spPr bwMode="gray">
          <a:xfrm>
            <a:off x="1908175" y="2276475"/>
            <a:ext cx="7240588" cy="1008063"/>
          </a:xfrm>
          <a:custGeom>
            <a:avLst/>
            <a:gdLst/>
            <a:ahLst/>
            <a:cxnLst>
              <a:cxn ang="0">
                <a:pos x="0" y="573"/>
              </a:cxn>
              <a:cxn ang="0">
                <a:pos x="4134" y="573"/>
              </a:cxn>
              <a:cxn ang="0">
                <a:pos x="4134" y="1"/>
              </a:cxn>
              <a:cxn ang="0">
                <a:pos x="322" y="0"/>
              </a:cxn>
              <a:cxn ang="0">
                <a:pos x="0" y="573"/>
              </a:cxn>
            </a:cxnLst>
            <a:rect l="0" t="0" r="r" b="b"/>
            <a:pathLst>
              <a:path w="4134" h="573">
                <a:moveTo>
                  <a:pt x="0" y="573"/>
                </a:moveTo>
                <a:lnTo>
                  <a:pt x="4134" y="573"/>
                </a:lnTo>
                <a:lnTo>
                  <a:pt x="4134" y="1"/>
                </a:lnTo>
                <a:lnTo>
                  <a:pt x="322" y="0"/>
                </a:lnTo>
                <a:lnTo>
                  <a:pt x="0" y="573"/>
                </a:lnTo>
                <a:close/>
              </a:path>
            </a:pathLst>
          </a:custGeom>
          <a:solidFill>
            <a:srgbClr val="CC0000">
              <a:alpha val="74902"/>
            </a:srgbClr>
          </a:solidFill>
          <a:ln w="9525">
            <a:noFill/>
            <a:round/>
            <a:headEnd/>
            <a:tailEnd/>
          </a:ln>
          <a:effectLst/>
        </p:spPr>
        <p:txBody>
          <a:bodyPr/>
          <a:lstStyle/>
          <a:p>
            <a:pPr algn="ctr" latinLnBrk="0">
              <a:defRPr/>
            </a:pPr>
            <a:endParaRPr kumimoji="0" lang="ko-KR" altLang="en-US" sz="1100" dirty="0">
              <a:solidFill>
                <a:srgbClr val="FFFFFF"/>
              </a:solidFill>
              <a:latin typeface="+mn-lt"/>
            </a:endParaRPr>
          </a:p>
        </p:txBody>
      </p:sp>
      <p:pic>
        <p:nvPicPr>
          <p:cNvPr id="5" name="Picture 46">
            <a:extLst>
              <a:ext uri="{FF2B5EF4-FFF2-40B4-BE49-F238E27FC236}">
                <a16:creationId xmlns:a16="http://schemas.microsoft.com/office/drawing/2014/main" id="{B53297AF-6519-407B-867F-AC4F2608A247}"/>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l="36575" b="-2045"/>
          <a:stretch>
            <a:fillRect/>
          </a:stretch>
        </p:blipFill>
        <p:spPr bwMode="auto">
          <a:xfrm>
            <a:off x="252413" y="2655888"/>
            <a:ext cx="1498600" cy="52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
            <a:extLst>
              <a:ext uri="{FF2B5EF4-FFF2-40B4-BE49-F238E27FC236}">
                <a16:creationId xmlns:a16="http://schemas.microsoft.com/office/drawing/2014/main" id="{9EED3C8E-3CDE-4D79-A4EB-DE256320E9E8}"/>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79388" y="2349500"/>
            <a:ext cx="1728787"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
                <a:solidFill>
                  <a:srgbClr val="000000"/>
                </a:solidFill>
                <a:miter lim="800000"/>
                <a:headEnd/>
                <a:tailEnd/>
              </a14:hiddenLine>
            </a:ext>
          </a:extLst>
        </p:spPr>
      </p:pic>
    </p:spTree>
    <p:extLst>
      <p:ext uri="{BB962C8B-B14F-4D97-AF65-F5344CB8AC3E}">
        <p14:creationId xmlns:p14="http://schemas.microsoft.com/office/powerpoint/2010/main" val="1941543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2575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a:t>마스터 텍스트 스타일을 편집합니다</a:t>
            </a:r>
          </a:p>
        </p:txBody>
      </p:sp>
    </p:spTree>
    <p:extLst>
      <p:ext uri="{BB962C8B-B14F-4D97-AF65-F5344CB8AC3E}">
        <p14:creationId xmlns:p14="http://schemas.microsoft.com/office/powerpoint/2010/main" val="3260494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a:prstGeom prst="rect">
            <a:avLst/>
          </a:prstGeom>
        </p:spPr>
        <p:txBody>
          <a:bodyPr/>
          <a:lstStyle/>
          <a:p>
            <a:r>
              <a:rPr lang="ko-KR" altLang="en-US" dirty="0"/>
              <a:t>마스터 제목 스타일 편집</a:t>
            </a:r>
          </a:p>
        </p:txBody>
      </p:sp>
      <p:sp>
        <p:nvSpPr>
          <p:cNvPr id="3" name="내용 개체 틀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2285890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a:prstGeom prst="rect">
            <a:avLst/>
          </a:prstGeo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3626578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a:prstGeom prst="rect">
            <a:avLst/>
          </a:prstGeom>
        </p:spPr>
        <p:txBody>
          <a:bodyPr/>
          <a:lstStyle/>
          <a:p>
            <a:r>
              <a:rPr lang="ko-KR" altLang="en-US"/>
              <a:t>마스터 제목 스타일 편집</a:t>
            </a:r>
          </a:p>
        </p:txBody>
      </p:sp>
    </p:spTree>
    <p:extLst>
      <p:ext uri="{BB962C8B-B14F-4D97-AF65-F5344CB8AC3E}">
        <p14:creationId xmlns:p14="http://schemas.microsoft.com/office/powerpoint/2010/main" val="1081637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BE6FF5E-07DA-4B89-B715-6E19F831BEA3}"/>
              </a:ext>
            </a:extLst>
          </p:cNvPr>
          <p:cNvSpPr/>
          <p:nvPr userDrawn="1"/>
        </p:nvSpPr>
        <p:spPr>
          <a:xfrm>
            <a:off x="323850" y="6604000"/>
            <a:ext cx="6769100" cy="230188"/>
          </a:xfrm>
          <a:prstGeom prst="rect">
            <a:avLst/>
          </a:prstGeom>
        </p:spPr>
        <p:txBody>
          <a:bodyPr>
            <a:spAutoFit/>
          </a:bodyPr>
          <a:lstStyle/>
          <a:p>
            <a:pPr fontAlgn="auto">
              <a:spcBef>
                <a:spcPts val="0"/>
              </a:spcBef>
              <a:spcAft>
                <a:spcPts val="0"/>
              </a:spcAft>
              <a:defRPr/>
            </a:pPr>
            <a:r>
              <a:rPr kumimoji="0" lang="en-US" altLang="en-US" sz="900" dirty="0">
                <a:solidFill>
                  <a:schemeClr val="bg1">
                    <a:lumMod val="65000"/>
                  </a:schemeClr>
                </a:solidFill>
                <a:latin typeface="Arial" charset="0"/>
                <a:ea typeface="+mn-ea"/>
                <a:cs typeface="Arial" charset="0"/>
              </a:rPr>
              <a:t>The information contained in this document may be privileged and confidential and thus protected from disclosure</a:t>
            </a:r>
            <a:endParaRPr kumimoji="0" lang="ko-KR" altLang="en-US" sz="900" dirty="0">
              <a:solidFill>
                <a:schemeClr val="bg1">
                  <a:lumMod val="65000"/>
                </a:schemeClr>
              </a:solidFill>
              <a:latin typeface="+mn-lt"/>
              <a:ea typeface="+mn-ea"/>
            </a:endParaRPr>
          </a:p>
        </p:txBody>
      </p:sp>
    </p:spTree>
    <p:extLst>
      <p:ext uri="{BB962C8B-B14F-4D97-AF65-F5344CB8AC3E}">
        <p14:creationId xmlns:p14="http://schemas.microsoft.com/office/powerpoint/2010/main" val="924118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a:prstGeom prst="rect">
            <a:avLst/>
          </a:prstGeo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Tree>
    <p:extLst>
      <p:ext uri="{BB962C8B-B14F-4D97-AF65-F5344CB8AC3E}">
        <p14:creationId xmlns:p14="http://schemas.microsoft.com/office/powerpoint/2010/main" val="4229523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a:prstGeom prst="rect">
            <a:avLst/>
          </a:prstGeo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dirty="0"/>
          </a:p>
        </p:txBody>
      </p:sp>
      <p:sp>
        <p:nvSpPr>
          <p:cNvPr id="4" name="텍스트 개체 틀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Tree>
    <p:extLst>
      <p:ext uri="{BB962C8B-B14F-4D97-AF65-F5344CB8AC3E}">
        <p14:creationId xmlns:p14="http://schemas.microsoft.com/office/powerpoint/2010/main" val="3541450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a:prstGeom prst="rect">
            <a:avLst/>
          </a:prstGeom>
        </p:spPr>
        <p:txBody>
          <a:bodyPr/>
          <a:lstStyle/>
          <a:p>
            <a:r>
              <a:rPr lang="ko-KR" altLang="en-US"/>
              <a:t>마스터 제목 스타일 편집</a:t>
            </a:r>
          </a:p>
        </p:txBody>
      </p:sp>
      <p:sp>
        <p:nvSpPr>
          <p:cNvPr id="3" name="세로 텍스트 개체 틀 2"/>
          <p:cNvSpPr>
            <a:spLocks noGrp="1"/>
          </p:cNvSpPr>
          <p:nvPr>
            <p:ph type="body" orient="vert" idx="1"/>
          </p:nvPr>
        </p:nvSpPr>
        <p:spPr>
          <a:xfrm>
            <a:off x="457200" y="1600200"/>
            <a:ext cx="8229600" cy="4525963"/>
          </a:xfrm>
          <a:prstGeom prst="rect">
            <a:avLst/>
          </a:prstGeo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3683178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74638"/>
            <a:ext cx="2057400" cy="5851525"/>
          </a:xfrm>
          <a:prstGeom prst="rect">
            <a:avLst/>
          </a:prstGeo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57200" y="274638"/>
            <a:ext cx="6019800" cy="5851525"/>
          </a:xfrm>
          <a:prstGeom prst="rect">
            <a:avLst/>
          </a:prstGeo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239921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그림 1">
            <a:extLst>
              <a:ext uri="{FF2B5EF4-FFF2-40B4-BE49-F238E27FC236}">
                <a16:creationId xmlns:a16="http://schemas.microsoft.com/office/drawing/2014/main" id="{BB67A7F6-BFFB-4832-B11C-31A3C3558AE0}"/>
              </a:ext>
            </a:extLst>
          </p:cNvPr>
          <p:cNvPicPr>
            <a:picLocks noChangeAspect="1"/>
          </p:cNvPicPr>
          <p:nvPr userDrawn="1"/>
        </p:nvPicPr>
        <p:blipFill>
          <a:blip r:embed="rId13" cstate="print">
            <a:extLst>
              <a:ext uri="{28A0092B-C50C-407E-A947-70E740481C1C}">
                <a14:useLocalDpi xmlns:a14="http://schemas.microsoft.com/office/drawing/2010/main" val="0"/>
              </a:ext>
            </a:extLst>
          </a:blip>
          <a:srcRect l="26775" t="20592" r="33426" b="72507"/>
          <a:stretch>
            <a:fillRect/>
          </a:stretch>
        </p:blipFill>
        <p:spPr bwMode="auto">
          <a:xfrm>
            <a:off x="7766050" y="6584950"/>
            <a:ext cx="136842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36">
            <a:extLst>
              <a:ext uri="{FF2B5EF4-FFF2-40B4-BE49-F238E27FC236}">
                <a16:creationId xmlns:a16="http://schemas.microsoft.com/office/drawing/2014/main" id="{04234A19-3EAB-4D32-A573-4A01376C44D8}"/>
              </a:ext>
            </a:extLst>
          </p:cNvPr>
          <p:cNvSpPr>
            <a:spLocks noChangeArrowheads="1"/>
          </p:cNvSpPr>
          <p:nvPr userDrawn="1"/>
        </p:nvSpPr>
        <p:spPr bwMode="white">
          <a:xfrm>
            <a:off x="0" y="481013"/>
            <a:ext cx="542925" cy="60325"/>
          </a:xfrm>
          <a:prstGeom prst="rect">
            <a:avLst/>
          </a:prstGeom>
          <a:solidFill>
            <a:srgbClr val="FF0000"/>
          </a:solidFill>
          <a:ln w="9525">
            <a:noFill/>
            <a:miter lim="800000"/>
            <a:headEnd/>
            <a:tailEnd/>
          </a:ln>
          <a:effectLst/>
        </p:spPr>
        <p:txBody>
          <a:bodyPr wrap="none" anchor="ctr"/>
          <a:lstStyle/>
          <a:p>
            <a:pPr algn="ctr" fontAlgn="auto" latinLnBrk="0">
              <a:spcBef>
                <a:spcPts val="0"/>
              </a:spcBef>
              <a:spcAft>
                <a:spcPts val="0"/>
              </a:spcAft>
              <a:defRPr/>
            </a:pPr>
            <a:endParaRPr kumimoji="0" lang="ko-KR" altLang="en-US" dirty="0">
              <a:solidFill>
                <a:prstClr val="black"/>
              </a:solidFill>
              <a:latin typeface="Lucida Sans Unicode"/>
              <a:ea typeface="+mn-ea"/>
            </a:endParaRPr>
          </a:p>
        </p:txBody>
      </p:sp>
      <p:sp>
        <p:nvSpPr>
          <p:cNvPr id="8" name="Rectangle 36">
            <a:extLst>
              <a:ext uri="{FF2B5EF4-FFF2-40B4-BE49-F238E27FC236}">
                <a16:creationId xmlns:a16="http://schemas.microsoft.com/office/drawing/2014/main" id="{071F7991-6104-4317-9C80-4574C36DA0D5}"/>
              </a:ext>
            </a:extLst>
          </p:cNvPr>
          <p:cNvSpPr>
            <a:spLocks noChangeArrowheads="1"/>
          </p:cNvSpPr>
          <p:nvPr userDrawn="1"/>
        </p:nvSpPr>
        <p:spPr bwMode="white">
          <a:xfrm>
            <a:off x="628650" y="481013"/>
            <a:ext cx="8515350" cy="60325"/>
          </a:xfrm>
          <a:prstGeom prst="rect">
            <a:avLst/>
          </a:prstGeom>
          <a:solidFill>
            <a:schemeClr val="tx1">
              <a:lumMod val="50000"/>
              <a:lumOff val="50000"/>
            </a:schemeClr>
          </a:solidFill>
          <a:ln>
            <a:noFill/>
          </a:ln>
        </p:spPr>
        <p:txBody>
          <a:bodyPr wrap="none" anchor="ctr"/>
          <a:lstStyle>
            <a:lvl1pPr eaLnBrk="0" hangingPunct="0">
              <a:defRPr kumimoji="1">
                <a:solidFill>
                  <a:schemeClr val="tx1"/>
                </a:solidFill>
                <a:latin typeface="맑은 고딕" pitchFamily="50" charset="-127"/>
                <a:ea typeface="굴림" charset="-127"/>
              </a:defRPr>
            </a:lvl1pPr>
            <a:lvl2pPr marL="742950" indent="-285750" eaLnBrk="0" hangingPunct="0">
              <a:defRPr kumimoji="1">
                <a:solidFill>
                  <a:schemeClr val="tx1"/>
                </a:solidFill>
                <a:latin typeface="맑은 고딕" pitchFamily="50" charset="-127"/>
                <a:ea typeface="굴림" charset="-127"/>
              </a:defRPr>
            </a:lvl2pPr>
            <a:lvl3pPr marL="1143000" indent="-228600" eaLnBrk="0" hangingPunct="0">
              <a:defRPr kumimoji="1">
                <a:solidFill>
                  <a:schemeClr val="tx1"/>
                </a:solidFill>
                <a:latin typeface="맑은 고딕" pitchFamily="50" charset="-127"/>
                <a:ea typeface="굴림" charset="-127"/>
              </a:defRPr>
            </a:lvl3pPr>
            <a:lvl4pPr marL="1600200" indent="-228600" eaLnBrk="0" hangingPunct="0">
              <a:defRPr kumimoji="1">
                <a:solidFill>
                  <a:schemeClr val="tx1"/>
                </a:solidFill>
                <a:latin typeface="맑은 고딕" pitchFamily="50" charset="-127"/>
                <a:ea typeface="굴림" charset="-127"/>
              </a:defRPr>
            </a:lvl4pPr>
            <a:lvl5pPr marL="2057400" indent="-228600" eaLnBrk="0" hangingPunct="0">
              <a:defRPr kumimoji="1">
                <a:solidFill>
                  <a:schemeClr val="tx1"/>
                </a:solidFill>
                <a:latin typeface="맑은 고딕" pitchFamily="50" charset="-127"/>
                <a:ea typeface="굴림" charset="-127"/>
              </a:defRPr>
            </a:lvl5pPr>
            <a:lvl6pPr marL="2514600" indent="-228600" eaLnBrk="0" fontAlgn="base" hangingPunct="0">
              <a:spcBef>
                <a:spcPct val="0"/>
              </a:spcBef>
              <a:spcAft>
                <a:spcPct val="0"/>
              </a:spcAft>
              <a:defRPr kumimoji="1">
                <a:solidFill>
                  <a:schemeClr val="tx1"/>
                </a:solidFill>
                <a:latin typeface="맑은 고딕" pitchFamily="50" charset="-127"/>
                <a:ea typeface="굴림" charset="-127"/>
              </a:defRPr>
            </a:lvl6pPr>
            <a:lvl7pPr marL="2971800" indent="-228600" eaLnBrk="0" fontAlgn="base" hangingPunct="0">
              <a:spcBef>
                <a:spcPct val="0"/>
              </a:spcBef>
              <a:spcAft>
                <a:spcPct val="0"/>
              </a:spcAft>
              <a:defRPr kumimoji="1">
                <a:solidFill>
                  <a:schemeClr val="tx1"/>
                </a:solidFill>
                <a:latin typeface="맑은 고딕" pitchFamily="50" charset="-127"/>
                <a:ea typeface="굴림" charset="-127"/>
              </a:defRPr>
            </a:lvl7pPr>
            <a:lvl8pPr marL="3429000" indent="-228600" eaLnBrk="0" fontAlgn="base" hangingPunct="0">
              <a:spcBef>
                <a:spcPct val="0"/>
              </a:spcBef>
              <a:spcAft>
                <a:spcPct val="0"/>
              </a:spcAft>
              <a:defRPr kumimoji="1">
                <a:solidFill>
                  <a:schemeClr val="tx1"/>
                </a:solidFill>
                <a:latin typeface="맑은 고딕" pitchFamily="50" charset="-127"/>
                <a:ea typeface="굴림" charset="-127"/>
              </a:defRPr>
            </a:lvl8pPr>
            <a:lvl9pPr marL="3886200" indent="-228600" eaLnBrk="0" fontAlgn="base" hangingPunct="0">
              <a:spcBef>
                <a:spcPct val="0"/>
              </a:spcBef>
              <a:spcAft>
                <a:spcPct val="0"/>
              </a:spcAft>
              <a:defRPr kumimoji="1">
                <a:solidFill>
                  <a:schemeClr val="tx1"/>
                </a:solidFill>
                <a:latin typeface="맑은 고딕" pitchFamily="50" charset="-127"/>
                <a:ea typeface="굴림" charset="-127"/>
              </a:defRPr>
            </a:lvl9pPr>
          </a:lstStyle>
          <a:p>
            <a:pPr eaLnBrk="1" latinLnBrk="0" hangingPunct="1">
              <a:defRPr/>
            </a:pPr>
            <a:endParaRPr kumimoji="0" lang="ko-KR" altLang="en-US" sz="1100" dirty="0">
              <a:solidFill>
                <a:srgbClr val="FFFFFF"/>
              </a:solidFill>
              <a:latin typeface="Verdana" pitchFamily="34" charset="0"/>
            </a:endParaRPr>
          </a:p>
        </p:txBody>
      </p:sp>
      <p:sp>
        <p:nvSpPr>
          <p:cNvPr id="5" name="직사각형 4">
            <a:extLst>
              <a:ext uri="{FF2B5EF4-FFF2-40B4-BE49-F238E27FC236}">
                <a16:creationId xmlns:a16="http://schemas.microsoft.com/office/drawing/2014/main" id="{9CF50959-B8E2-4238-A88F-6395F53E7E37}"/>
              </a:ext>
            </a:extLst>
          </p:cNvPr>
          <p:cNvSpPr/>
          <p:nvPr userDrawn="1"/>
        </p:nvSpPr>
        <p:spPr>
          <a:xfrm>
            <a:off x="9525" y="6516688"/>
            <a:ext cx="6769100" cy="374650"/>
          </a:xfrm>
          <a:prstGeom prst="rect">
            <a:avLst/>
          </a:prstGeom>
        </p:spPr>
        <p:txBody>
          <a:bodyPr>
            <a:spAutoFit/>
          </a:bodyPr>
          <a:lstStyle>
            <a:lvl1pPr eaLnBrk="0" hangingPunct="0">
              <a:defRPr kumimoji="1">
                <a:solidFill>
                  <a:schemeClr val="tx1"/>
                </a:solidFill>
                <a:latin typeface="굴림" panose="020B0600000101010101" pitchFamily="50" charset="-127"/>
                <a:ea typeface="굴림" panose="020B0600000101010101" pitchFamily="50" charset="-127"/>
              </a:defRPr>
            </a:lvl1pPr>
            <a:lvl2pPr marL="742950" indent="-285750" eaLnBrk="0" hangingPunct="0">
              <a:defRPr kumimoji="1">
                <a:solidFill>
                  <a:schemeClr val="tx1"/>
                </a:solidFill>
                <a:latin typeface="굴림" panose="020B0600000101010101" pitchFamily="50" charset="-127"/>
                <a:ea typeface="굴림" panose="020B0600000101010101" pitchFamily="50" charset="-127"/>
              </a:defRPr>
            </a:lvl2pPr>
            <a:lvl3pPr marL="1143000" indent="-228600" eaLnBrk="0" hangingPunct="0">
              <a:defRPr kumimoji="1">
                <a:solidFill>
                  <a:schemeClr val="tx1"/>
                </a:solidFill>
                <a:latin typeface="굴림" panose="020B0600000101010101" pitchFamily="50" charset="-127"/>
                <a:ea typeface="굴림" panose="020B0600000101010101" pitchFamily="50" charset="-127"/>
              </a:defRPr>
            </a:lvl3pPr>
            <a:lvl4pPr marL="1600200" indent="-228600" eaLnBrk="0" hangingPunct="0">
              <a:defRPr kumimoji="1">
                <a:solidFill>
                  <a:schemeClr val="tx1"/>
                </a:solidFill>
                <a:latin typeface="굴림" panose="020B0600000101010101" pitchFamily="50" charset="-127"/>
                <a:ea typeface="굴림" panose="020B0600000101010101" pitchFamily="50" charset="-127"/>
              </a:defRPr>
            </a:lvl4pPr>
            <a:lvl5pPr marL="2057400" indent="-228600" eaLnBrk="0" hangingPunct="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eaLnBrk="1" hangingPunct="1">
              <a:lnSpc>
                <a:spcPts val="1100"/>
              </a:lnSpc>
            </a:pPr>
            <a:r>
              <a:rPr kumimoji="0" lang="ko-KR" altLang="en-US" sz="800">
                <a:solidFill>
                  <a:srgbClr val="D9D9D9"/>
                </a:solidFill>
                <a:latin typeface="Arial" panose="020B0604020202020204" pitchFamily="34" charset="0"/>
                <a:ea typeface="맑은 고딕" panose="020B0503020000020004" pitchFamily="50" charset="-127"/>
                <a:cs typeface="Arial" panose="020B0604020202020204" pitchFamily="34" charset="0"/>
              </a:rPr>
              <a:t>본 문서는 우리산업㈜의 자산으로 회사의 승인없이 외부 유포 및 공개가 금지 됩니다</a:t>
            </a:r>
            <a:r>
              <a:rPr kumimoji="0" lang="en-US" altLang="ko-KR" sz="800">
                <a:solidFill>
                  <a:srgbClr val="D9D9D9"/>
                </a:solidFill>
                <a:latin typeface="Arial" panose="020B0604020202020204" pitchFamily="34" charset="0"/>
                <a:ea typeface="맑은 고딕" panose="020B0503020000020004" pitchFamily="50" charset="-127"/>
                <a:cs typeface="Arial" panose="020B0604020202020204" pitchFamily="34" charset="0"/>
              </a:rPr>
              <a:t>. </a:t>
            </a:r>
            <a:endParaRPr kumimoji="0" lang="en-US" altLang="en-US" sz="800">
              <a:solidFill>
                <a:srgbClr val="D9D9D9"/>
              </a:solidFill>
              <a:latin typeface="Arial" panose="020B0604020202020204" pitchFamily="34" charset="0"/>
              <a:ea typeface="맑은 고딕" panose="020B0503020000020004" pitchFamily="50" charset="-127"/>
              <a:cs typeface="Arial" panose="020B0604020202020204" pitchFamily="34" charset="0"/>
            </a:endParaRPr>
          </a:p>
          <a:p>
            <a:pPr eaLnBrk="1" hangingPunct="1">
              <a:lnSpc>
                <a:spcPts val="1100"/>
              </a:lnSpc>
            </a:pPr>
            <a:r>
              <a:rPr kumimoji="0" lang="en-US" altLang="en-US" sz="800">
                <a:solidFill>
                  <a:srgbClr val="D9D9D9"/>
                </a:solidFill>
                <a:latin typeface="Arial" panose="020B0604020202020204" pitchFamily="34" charset="0"/>
                <a:ea typeface="맑은 고딕" panose="020B0503020000020004" pitchFamily="50" charset="-127"/>
                <a:cs typeface="Arial" panose="020B0604020202020204" pitchFamily="34" charset="0"/>
              </a:rPr>
              <a:t>The information contained in this document may be privileged and confidential and thus protected from disclosure.</a:t>
            </a:r>
            <a:endParaRPr kumimoji="0" lang="ko-KR" altLang="en-US" sz="800">
              <a:solidFill>
                <a:srgbClr val="D9D9D9"/>
              </a:solidFill>
              <a:latin typeface="Arial" panose="020B0604020202020204" pitchFamily="34" charset="0"/>
              <a:ea typeface="맑은 고딕" panose="020B0503020000020004" pitchFamily="50" charset="-127"/>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97" r:id="rId1"/>
    <p:sldLayoutId id="2147483688" r:id="rId2"/>
    <p:sldLayoutId id="2147483689" r:id="rId3"/>
    <p:sldLayoutId id="2147483690" r:id="rId4"/>
    <p:sldLayoutId id="2147483691" r:id="rId5"/>
    <p:sldLayoutId id="2147483692" r:id="rId6"/>
    <p:sldLayoutId id="2147483698" r:id="rId7"/>
    <p:sldLayoutId id="2147483693" r:id="rId8"/>
    <p:sldLayoutId id="2147483694" r:id="rId9"/>
    <p:sldLayoutId id="2147483695" r:id="rId10"/>
    <p:sldLayoutId id="2147483696" r:id="rId11"/>
  </p:sldLayoutIdLst>
  <p:hf sldNum="0" hdr="0" dt="0"/>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맑은 고딕" pitchFamily="50" charset="-127"/>
          <a:ea typeface="맑은 고딕" pitchFamily="50" charset="-127"/>
        </a:defRPr>
      </a:lvl2pPr>
      <a:lvl3pPr algn="l" rtl="0" eaLnBrk="0" fontAlgn="base" hangingPunct="0">
        <a:spcBef>
          <a:spcPct val="0"/>
        </a:spcBef>
        <a:spcAft>
          <a:spcPct val="0"/>
        </a:spcAft>
        <a:defRPr sz="3600">
          <a:solidFill>
            <a:schemeClr val="tx2"/>
          </a:solidFill>
          <a:latin typeface="맑은 고딕" pitchFamily="50" charset="-127"/>
          <a:ea typeface="맑은 고딕" pitchFamily="50" charset="-127"/>
        </a:defRPr>
      </a:lvl3pPr>
      <a:lvl4pPr algn="l" rtl="0" eaLnBrk="0" fontAlgn="base" hangingPunct="0">
        <a:spcBef>
          <a:spcPct val="0"/>
        </a:spcBef>
        <a:spcAft>
          <a:spcPct val="0"/>
        </a:spcAft>
        <a:defRPr sz="3600">
          <a:solidFill>
            <a:schemeClr val="tx2"/>
          </a:solidFill>
          <a:latin typeface="맑은 고딕" pitchFamily="50" charset="-127"/>
          <a:ea typeface="맑은 고딕" pitchFamily="50" charset="-127"/>
        </a:defRPr>
      </a:lvl4pPr>
      <a:lvl5pPr algn="l" rtl="0" eaLnBrk="0" fontAlgn="base" hangingPunct="0">
        <a:spcBef>
          <a:spcPct val="0"/>
        </a:spcBef>
        <a:spcAft>
          <a:spcPct val="0"/>
        </a:spcAft>
        <a:defRPr sz="3600">
          <a:solidFill>
            <a:schemeClr val="tx2"/>
          </a:solidFill>
          <a:latin typeface="맑은 고딕" pitchFamily="50" charset="-127"/>
          <a:ea typeface="맑은 고딕" pitchFamily="50" charset="-127"/>
        </a:defRPr>
      </a:lvl5pPr>
      <a:lvl6pPr marL="457200" algn="l" rtl="0" fontAlgn="base">
        <a:spcBef>
          <a:spcPct val="0"/>
        </a:spcBef>
        <a:spcAft>
          <a:spcPct val="0"/>
        </a:spcAft>
        <a:defRPr sz="3600">
          <a:solidFill>
            <a:schemeClr val="tx2"/>
          </a:solidFill>
          <a:latin typeface="Arial" charset="0"/>
        </a:defRPr>
      </a:lvl6pPr>
      <a:lvl7pPr marL="914400" algn="l" rtl="0" fontAlgn="base">
        <a:spcBef>
          <a:spcPct val="0"/>
        </a:spcBef>
        <a:spcAft>
          <a:spcPct val="0"/>
        </a:spcAft>
        <a:defRPr sz="3600">
          <a:solidFill>
            <a:schemeClr val="tx2"/>
          </a:solidFill>
          <a:latin typeface="Arial" charset="0"/>
        </a:defRPr>
      </a:lvl7pPr>
      <a:lvl8pPr marL="1371600" algn="l" rtl="0" fontAlgn="base">
        <a:spcBef>
          <a:spcPct val="0"/>
        </a:spcBef>
        <a:spcAft>
          <a:spcPct val="0"/>
        </a:spcAft>
        <a:defRPr sz="3600">
          <a:solidFill>
            <a:schemeClr val="tx2"/>
          </a:solidFill>
          <a:latin typeface="Arial" charset="0"/>
        </a:defRPr>
      </a:lvl8pPr>
      <a:lvl9pPr marL="1828800" algn="l" rtl="0" fontAlgn="base">
        <a:spcBef>
          <a:spcPct val="0"/>
        </a:spcBef>
        <a:spcAft>
          <a:spcPct val="0"/>
        </a:spcAft>
        <a:defRPr sz="3600">
          <a:solidFill>
            <a:schemeClr val="tx2"/>
          </a:solidFill>
          <a:latin typeface="Arial"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a:solidFill>
            <a:schemeClr val="accent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j-lt"/>
          <a:ea typeface="맑은 고딕" pitchFamily="50" charset="-127"/>
        </a:defRPr>
      </a:lvl2pPr>
      <a:lvl3pPr marL="1143000" indent="-228600" algn="l" rtl="0" eaLnBrk="0" fontAlgn="base" hangingPunct="0">
        <a:spcBef>
          <a:spcPct val="20000"/>
        </a:spcBef>
        <a:spcAft>
          <a:spcPct val="0"/>
        </a:spcAft>
        <a:buClr>
          <a:schemeClr val="tx1"/>
        </a:buClr>
        <a:buChar char="•"/>
        <a:defRPr sz="2400">
          <a:solidFill>
            <a:schemeClr val="tx1"/>
          </a:solidFill>
          <a:latin typeface="+mj-lt"/>
          <a:ea typeface="맑은 고딕" pitchFamily="50" charset="-127"/>
        </a:defRPr>
      </a:lvl3pPr>
      <a:lvl4pPr marL="1600200" indent="-228600" algn="l" rtl="0" eaLnBrk="0" fontAlgn="base" hangingPunct="0">
        <a:spcBef>
          <a:spcPct val="20000"/>
        </a:spcBef>
        <a:spcAft>
          <a:spcPct val="0"/>
        </a:spcAft>
        <a:buChar char="–"/>
        <a:defRPr sz="2000">
          <a:solidFill>
            <a:schemeClr val="tx1"/>
          </a:solidFill>
          <a:latin typeface="+mj-lt"/>
          <a:ea typeface="맑은 고딕" pitchFamily="50" charset="-127"/>
        </a:defRPr>
      </a:lvl4pPr>
      <a:lvl5pPr marL="2057400" indent="-228600" algn="l" rtl="0" eaLnBrk="0" fontAlgn="base" hangingPunct="0">
        <a:spcBef>
          <a:spcPct val="20000"/>
        </a:spcBef>
        <a:spcAft>
          <a:spcPct val="0"/>
        </a:spcAft>
        <a:buChar char="»"/>
        <a:defRPr sz="2000">
          <a:solidFill>
            <a:schemeClr val="tx1"/>
          </a:solidFill>
          <a:latin typeface="+mj-lt"/>
          <a:ea typeface="맑은 고딕" pitchFamily="50" charset="-127"/>
        </a:defRPr>
      </a:lvl5pPr>
      <a:lvl6pPr marL="2514600" indent="-228600" algn="l" rtl="0" fontAlgn="base">
        <a:spcBef>
          <a:spcPct val="20000"/>
        </a:spcBef>
        <a:spcAft>
          <a:spcPct val="0"/>
        </a:spcAft>
        <a:buChar char="»"/>
        <a:defRPr sz="2000">
          <a:solidFill>
            <a:schemeClr val="tx1"/>
          </a:solidFill>
          <a:latin typeface="+mj-lt"/>
        </a:defRPr>
      </a:lvl6pPr>
      <a:lvl7pPr marL="2971800" indent="-228600" algn="l" rtl="0" fontAlgn="base">
        <a:spcBef>
          <a:spcPct val="20000"/>
        </a:spcBef>
        <a:spcAft>
          <a:spcPct val="0"/>
        </a:spcAft>
        <a:buChar char="»"/>
        <a:defRPr sz="2000">
          <a:solidFill>
            <a:schemeClr val="tx1"/>
          </a:solidFill>
          <a:latin typeface="+mj-lt"/>
        </a:defRPr>
      </a:lvl7pPr>
      <a:lvl8pPr marL="3429000" indent="-228600" algn="l" rtl="0" fontAlgn="base">
        <a:spcBef>
          <a:spcPct val="20000"/>
        </a:spcBef>
        <a:spcAft>
          <a:spcPct val="0"/>
        </a:spcAft>
        <a:buChar char="»"/>
        <a:defRPr sz="2000">
          <a:solidFill>
            <a:schemeClr val="tx1"/>
          </a:solidFill>
          <a:latin typeface="+mj-lt"/>
        </a:defRPr>
      </a:lvl8pPr>
      <a:lvl9pPr marL="3886200" indent="-228600" algn="l" rtl="0" fontAlgn="base">
        <a:spcBef>
          <a:spcPct val="20000"/>
        </a:spcBef>
        <a:spcAft>
          <a:spcPct val="0"/>
        </a:spcAft>
        <a:buChar char="»"/>
        <a:defRPr sz="2000">
          <a:solidFill>
            <a:schemeClr val="tx1"/>
          </a:solidFill>
          <a:latin typeface="+mj-lt"/>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01" name="Group 29"/>
          <p:cNvGraphicFramePr>
            <a:graphicFrameLocks noGrp="1"/>
          </p:cNvGraphicFramePr>
          <p:nvPr>
            <p:extLst>
              <p:ext uri="{D42A27DB-BD31-4B8C-83A1-F6EECF244321}">
                <p14:modId xmlns:p14="http://schemas.microsoft.com/office/powerpoint/2010/main" val="3323371354"/>
              </p:ext>
            </p:extLst>
          </p:nvPr>
        </p:nvGraphicFramePr>
        <p:xfrm>
          <a:off x="228233" y="764704"/>
          <a:ext cx="8856985" cy="4661794"/>
        </p:xfrm>
        <a:graphic>
          <a:graphicData uri="http://schemas.openxmlformats.org/drawingml/2006/table">
            <a:tbl>
              <a:tblPr/>
              <a:tblGrid>
                <a:gridCol w="620054">
                  <a:extLst>
                    <a:ext uri="{9D8B030D-6E8A-4147-A177-3AD203B41FA5}">
                      <a16:colId xmlns:a16="http://schemas.microsoft.com/office/drawing/2014/main" val="20000"/>
                    </a:ext>
                  </a:extLst>
                </a:gridCol>
                <a:gridCol w="1417269">
                  <a:extLst>
                    <a:ext uri="{9D8B030D-6E8A-4147-A177-3AD203B41FA5}">
                      <a16:colId xmlns:a16="http://schemas.microsoft.com/office/drawing/2014/main" val="3009445602"/>
                    </a:ext>
                  </a:extLst>
                </a:gridCol>
                <a:gridCol w="5314756">
                  <a:extLst>
                    <a:ext uri="{9D8B030D-6E8A-4147-A177-3AD203B41FA5}">
                      <a16:colId xmlns:a16="http://schemas.microsoft.com/office/drawing/2014/main" val="644301783"/>
                    </a:ext>
                  </a:extLst>
                </a:gridCol>
                <a:gridCol w="752453">
                  <a:extLst>
                    <a:ext uri="{9D8B030D-6E8A-4147-A177-3AD203B41FA5}">
                      <a16:colId xmlns:a16="http://schemas.microsoft.com/office/drawing/2014/main" val="20001"/>
                    </a:ext>
                  </a:extLst>
                </a:gridCol>
                <a:gridCol w="752453">
                  <a:extLst>
                    <a:ext uri="{9D8B030D-6E8A-4147-A177-3AD203B41FA5}">
                      <a16:colId xmlns:a16="http://schemas.microsoft.com/office/drawing/2014/main" val="1673713884"/>
                    </a:ext>
                  </a:extLst>
                </a:gridCol>
              </a:tblGrid>
              <a:tr h="182082">
                <a:tc>
                  <a:txBody>
                    <a:bodyPr/>
                    <a:lstStyle/>
                    <a:p>
                      <a:pPr marL="0" marR="0" lvl="0" indent="0" algn="ctr" defTabSz="914400" rtl="0" eaLnBrk="1" latinLnBrk="1" hangingPunct="1">
                        <a:lnSpc>
                          <a:spcPct val="110000"/>
                        </a:lnSpc>
                        <a:spcBef>
                          <a:spcPct val="20000"/>
                        </a:spcBef>
                        <a:spcAft>
                          <a:spcPct val="0"/>
                        </a:spcAft>
                        <a:buClrTx/>
                        <a:buFontTx/>
                        <a:buNone/>
                        <a:defRPr/>
                      </a:pPr>
                      <a:r>
                        <a:rPr lang="ko-KR" altLang="en-US" sz="1000" b="0" kern="1200" smtClean="0">
                          <a:solidFill>
                            <a:schemeClr val="tx1"/>
                          </a:solidFill>
                          <a:latin typeface="맑은 고딕"/>
                          <a:ea typeface="맑은 고딕"/>
                          <a:cs typeface="+mn-cs"/>
                        </a:rPr>
                        <a:t>항목</a:t>
                      </a:r>
                      <a:endParaRPr lang="ko-KR" altLang="en-US" sz="1000" b="0" kern="1200" dirty="0">
                        <a:solidFill>
                          <a:schemeClr val="tx1"/>
                        </a:solidFill>
                        <a:latin typeface="맑은 고딕"/>
                        <a:ea typeface="맑은 고딕"/>
                        <a:cs typeface="+mn-cs"/>
                      </a:endParaRPr>
                    </a:p>
                  </a:txBody>
                  <a:tcPr marL="86400" marR="86400" marT="43277" marB="43277" anchor="ctr"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w="med" len="med"/>
                      <a:tailEnd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latinLnBrk="1" hangingPunct="1">
                        <a:lnSpc>
                          <a:spcPct val="110000"/>
                        </a:lnSpc>
                        <a:spcBef>
                          <a:spcPct val="20000"/>
                        </a:spcBef>
                        <a:spcAft>
                          <a:spcPct val="0"/>
                        </a:spcAft>
                        <a:buClrTx/>
                        <a:buFontTx/>
                        <a:buNone/>
                        <a:defRPr/>
                      </a:pPr>
                      <a:r>
                        <a:rPr lang="ko-KR" altLang="en-US" sz="1000" b="0" kern="1200" dirty="0">
                          <a:solidFill>
                            <a:schemeClr val="tx1"/>
                          </a:solidFill>
                          <a:latin typeface="맑은 고딕"/>
                          <a:ea typeface="맑은 고딕"/>
                          <a:cs typeface="+mn-cs"/>
                        </a:rPr>
                        <a:t>주요내용</a:t>
                      </a:r>
                    </a:p>
                  </a:txBody>
                  <a:tcPr marL="86400" marR="86400" marT="43277" marB="432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latinLnBrk="1" hangingPunct="1">
                        <a:lnSpc>
                          <a:spcPct val="110000"/>
                        </a:lnSpc>
                        <a:spcBef>
                          <a:spcPct val="20000"/>
                        </a:spcBef>
                        <a:spcAft>
                          <a:spcPct val="0"/>
                        </a:spcAft>
                        <a:buClrTx/>
                        <a:buFontTx/>
                        <a:buNone/>
                        <a:defRPr/>
                      </a:pPr>
                      <a:r>
                        <a:rPr lang="ko-KR" altLang="en-US" sz="1000" b="0" kern="1200" dirty="0">
                          <a:solidFill>
                            <a:schemeClr val="tx1"/>
                          </a:solidFill>
                          <a:latin typeface="맑은 고딕"/>
                          <a:ea typeface="맑은 고딕"/>
                          <a:cs typeface="+mn-cs"/>
                        </a:rPr>
                        <a:t>조치내용</a:t>
                      </a:r>
                    </a:p>
                  </a:txBody>
                  <a:tcPr marL="86400" marR="86400" marT="43277" marB="432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latinLnBrk="1" hangingPunct="1">
                        <a:lnSpc>
                          <a:spcPct val="110000"/>
                        </a:lnSpc>
                        <a:spcBef>
                          <a:spcPct val="20000"/>
                        </a:spcBef>
                        <a:spcAft>
                          <a:spcPct val="0"/>
                        </a:spcAft>
                        <a:buClrTx/>
                        <a:buFontTx/>
                        <a:buNone/>
                        <a:defRPr/>
                      </a:pPr>
                      <a:r>
                        <a:rPr lang="ko-KR" altLang="en-US" sz="1000" b="0" kern="1200" smtClean="0">
                          <a:solidFill>
                            <a:schemeClr val="tx1"/>
                          </a:solidFill>
                          <a:latin typeface="맑은 고딕"/>
                          <a:ea typeface="+mn-ea"/>
                          <a:cs typeface="+mn-cs"/>
                        </a:rPr>
                        <a:t>완료 여부</a:t>
                      </a:r>
                      <a:endParaRPr lang="en-US" altLang="ko-KR" sz="1000" b="0" kern="1200" dirty="0">
                        <a:solidFill>
                          <a:schemeClr val="tx1"/>
                        </a:solidFill>
                        <a:latin typeface="맑은 고딕"/>
                        <a:ea typeface="+mn-ea"/>
                        <a:cs typeface="+mn-cs"/>
                      </a:endParaRPr>
                    </a:p>
                  </a:txBody>
                  <a:tcPr marL="86400" marR="86400" marT="43277" marB="432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w="med" len="med"/>
                      <a:tailEnd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latinLnBrk="1" hangingPunct="1">
                        <a:lnSpc>
                          <a:spcPct val="110000"/>
                        </a:lnSpc>
                        <a:spcBef>
                          <a:spcPct val="20000"/>
                        </a:spcBef>
                        <a:spcAft>
                          <a:spcPct val="0"/>
                        </a:spcAft>
                        <a:buClrTx/>
                        <a:buFontTx/>
                        <a:buNone/>
                        <a:defRPr/>
                      </a:pPr>
                      <a:r>
                        <a:rPr lang="ko-KR" altLang="en-US" sz="1000" b="0" kern="1200" smtClean="0">
                          <a:solidFill>
                            <a:schemeClr val="tx1"/>
                          </a:solidFill>
                          <a:latin typeface="맑은 고딕"/>
                          <a:ea typeface="+mn-ea"/>
                          <a:cs typeface="+mn-cs"/>
                        </a:rPr>
                        <a:t>비고</a:t>
                      </a:r>
                      <a:endParaRPr lang="en-US" altLang="ko-KR" sz="1000" b="0" kern="1200" dirty="0">
                        <a:solidFill>
                          <a:schemeClr val="tx1"/>
                        </a:solidFill>
                        <a:latin typeface="맑은 고딕"/>
                        <a:ea typeface="+mn-ea"/>
                        <a:cs typeface="+mn-cs"/>
                      </a:endParaRPr>
                    </a:p>
                  </a:txBody>
                  <a:tcPr marL="86400" marR="86400" marT="43277" marB="43277" anchor="ctr"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w="med" len="med"/>
                      <a:tailEnd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2082">
                <a:tc gridSpan="5">
                  <a:txBody>
                    <a:bodyPr/>
                    <a:lstStyle/>
                    <a:p>
                      <a:pPr marL="0" marR="0" lvl="0" indent="0" algn="ctr" defTabSz="914400" rtl="0" eaLnBrk="1" fontAlgn="auto" latinLnBrk="1" hangingPunct="1">
                        <a:lnSpc>
                          <a:spcPct val="110000"/>
                        </a:lnSpc>
                        <a:spcBef>
                          <a:spcPct val="20000"/>
                        </a:spcBef>
                        <a:spcAft>
                          <a:spcPct val="0"/>
                        </a:spcAft>
                        <a:buClrTx/>
                        <a:buSzTx/>
                        <a:buFontTx/>
                        <a:buNone/>
                        <a:tabLst/>
                        <a:defRPr/>
                      </a:pPr>
                      <a:r>
                        <a:rPr lang="ko-KR" altLang="en-US" sz="1000" b="0" kern="1200" dirty="0" smtClean="0">
                          <a:solidFill>
                            <a:schemeClr val="tx1">
                              <a:lumMod val="95000"/>
                              <a:lumOff val="5000"/>
                            </a:schemeClr>
                          </a:solidFill>
                          <a:latin typeface="+mn-lt"/>
                          <a:ea typeface="맑은 고딕"/>
                          <a:cs typeface="+mn-cs"/>
                        </a:rPr>
                        <a:t>금일 수행 업무</a:t>
                      </a:r>
                      <a:endParaRPr lang="ko-KR" altLang="en-US" sz="1000" b="0" kern="1200" dirty="0">
                        <a:solidFill>
                          <a:schemeClr val="tx1">
                            <a:lumMod val="95000"/>
                            <a:lumOff val="5000"/>
                          </a:schemeClr>
                        </a:solidFill>
                        <a:latin typeface="+mn-lt"/>
                        <a:ea typeface="맑은 고딕"/>
                        <a:cs typeface="+mn-cs"/>
                      </a:endParaRPr>
                    </a:p>
                  </a:txBody>
                  <a:tcPr marL="86400" marR="86400" marT="43277" marB="43277" anchor="ctr" horzOverflow="overflow">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0" marR="0" lvl="0" indent="0" algn="ctr" defTabSz="914400" rtl="0" eaLnBrk="1" fontAlgn="auto" latinLnBrk="1" hangingPunct="1">
                        <a:lnSpc>
                          <a:spcPct val="110000"/>
                        </a:lnSpc>
                        <a:spcBef>
                          <a:spcPct val="20000"/>
                        </a:spcBef>
                        <a:spcAft>
                          <a:spcPct val="0"/>
                        </a:spcAft>
                        <a:buClrTx/>
                        <a:buSzTx/>
                        <a:buFontTx/>
                        <a:buNone/>
                        <a:tabLst/>
                        <a:defRPr/>
                      </a:pPr>
                      <a:endParaRPr lang="ko-KR" altLang="en-US" sz="1000" b="0" kern="1200" dirty="0">
                        <a:solidFill>
                          <a:schemeClr val="tx1"/>
                        </a:solidFill>
                        <a:latin typeface="+mn-lt"/>
                        <a:ea typeface="맑은 고딕"/>
                        <a:cs typeface="+mn-cs"/>
                      </a:endParaRPr>
                    </a:p>
                  </a:txBody>
                  <a:tcPr marL="86400" marR="86400" marT="43277" marB="432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l" defTabSz="914400" rtl="0" eaLnBrk="1" fontAlgn="base" latinLnBrk="1" hangingPunct="1">
                        <a:lnSpc>
                          <a:spcPct val="100000"/>
                        </a:lnSpc>
                        <a:spcBef>
                          <a:spcPct val="20000"/>
                        </a:spcBef>
                        <a:spcAft>
                          <a:spcPct val="0"/>
                        </a:spcAft>
                        <a:buClr>
                          <a:srgbClr val="FF0000"/>
                        </a:buClr>
                        <a:buSzTx/>
                        <a:buFont typeface="Wingdings" pitchFamily="2" charset="2"/>
                        <a:buNone/>
                        <a:tabLst/>
                        <a:defRPr/>
                      </a:pPr>
                      <a:endParaRPr kumimoji="1" lang="en-US" altLang="ko-KR" sz="1000" b="0" i="0" u="none" strike="noStrike" kern="1200" cap="none" normalizeH="0" baseline="0" smtClean="0">
                        <a:ln>
                          <a:noFill/>
                        </a:ln>
                        <a:solidFill>
                          <a:schemeClr val="tx1"/>
                        </a:solidFill>
                        <a:effectLst/>
                        <a:latin typeface="+mn-lt"/>
                        <a:ea typeface="+mn-ea"/>
                        <a:cs typeface="+mn-cs"/>
                      </a:endParaRPr>
                    </a:p>
                  </a:txBody>
                  <a:tcPr marL="86400" marR="86400" marT="43277" marB="432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latinLnBrk="1" hangingPunct="1">
                        <a:lnSpc>
                          <a:spcPct val="110000"/>
                        </a:lnSpc>
                        <a:spcBef>
                          <a:spcPct val="20000"/>
                        </a:spcBef>
                        <a:spcAft>
                          <a:spcPct val="0"/>
                        </a:spcAft>
                        <a:buClrTx/>
                        <a:buFontTx/>
                        <a:buNone/>
                        <a:defRPr/>
                      </a:pPr>
                      <a:endParaRPr lang="en-US" altLang="ko-KR" sz="1000" b="0" kern="1200" dirty="0">
                        <a:solidFill>
                          <a:srgbClr val="0000FF"/>
                        </a:solidFill>
                        <a:latin typeface="맑은 고딕"/>
                        <a:ea typeface="+mn-ea"/>
                        <a:cs typeface="+mn-cs"/>
                      </a:endParaRPr>
                    </a:p>
                  </a:txBody>
                  <a:tcPr marL="86400" marR="86400" marT="43277" marB="43277"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auto" latinLnBrk="1" hangingPunct="1">
                        <a:lnSpc>
                          <a:spcPct val="110000"/>
                        </a:lnSpc>
                        <a:spcBef>
                          <a:spcPct val="20000"/>
                        </a:spcBef>
                        <a:spcAft>
                          <a:spcPct val="0"/>
                        </a:spcAft>
                        <a:buClrTx/>
                        <a:buSzTx/>
                        <a:buFontTx/>
                        <a:buNone/>
                        <a:tabLst/>
                        <a:defRPr/>
                      </a:pPr>
                      <a:endParaRPr lang="ko-KR" altLang="en-US" sz="1000" b="0" kern="1200" dirty="0">
                        <a:solidFill>
                          <a:schemeClr val="tx1">
                            <a:lumMod val="95000"/>
                            <a:lumOff val="5000"/>
                          </a:schemeClr>
                        </a:solidFill>
                        <a:latin typeface="+mn-lt"/>
                        <a:ea typeface="맑은 고딕"/>
                        <a:cs typeface="+mn-cs"/>
                      </a:endParaRPr>
                    </a:p>
                  </a:txBody>
                  <a:tcPr marL="86400" marR="86400" marT="43277" marB="43277" anchor="ctr" horzOverflow="overflow">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575871022"/>
                  </a:ext>
                </a:extLst>
              </a:tr>
              <a:tr h="2587956">
                <a:tc>
                  <a:txBody>
                    <a:bodyPr/>
                    <a:lstStyle/>
                    <a:p>
                      <a:pPr marL="0" marR="0" lvl="0" indent="0" algn="ctr" defTabSz="914400" rtl="0" eaLnBrk="1" fontAlgn="auto" latinLnBrk="1" hangingPunct="1">
                        <a:lnSpc>
                          <a:spcPct val="110000"/>
                        </a:lnSpc>
                        <a:spcBef>
                          <a:spcPct val="20000"/>
                        </a:spcBef>
                        <a:spcAft>
                          <a:spcPct val="0"/>
                        </a:spcAft>
                        <a:buClrTx/>
                        <a:buSzTx/>
                        <a:buFontTx/>
                        <a:buNone/>
                        <a:tabLst/>
                        <a:defRPr/>
                      </a:pPr>
                      <a:r>
                        <a:rPr lang="en-US" altLang="ko-KR" sz="1000" b="0" kern="1200" smtClean="0">
                          <a:solidFill>
                            <a:schemeClr val="tx1"/>
                          </a:solidFill>
                          <a:latin typeface="+mn-lt"/>
                          <a:ea typeface="맑은 고딕"/>
                          <a:cs typeface="+mn-cs"/>
                        </a:rPr>
                        <a:t>1</a:t>
                      </a:r>
                      <a:endParaRPr lang="ko-KR" altLang="en-US" sz="1000" b="0" kern="1200" dirty="0">
                        <a:solidFill>
                          <a:schemeClr val="tx1"/>
                        </a:solidFill>
                        <a:latin typeface="+mn-lt"/>
                        <a:ea typeface="맑은 고딕"/>
                        <a:cs typeface="+mn-cs"/>
                      </a:endParaRPr>
                    </a:p>
                  </a:txBody>
                  <a:tcPr marL="86400" marR="86400" marT="43277" marB="43277"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1" hangingPunct="1">
                        <a:lnSpc>
                          <a:spcPct val="110000"/>
                        </a:lnSpc>
                        <a:spcBef>
                          <a:spcPct val="20000"/>
                        </a:spcBef>
                        <a:spcAft>
                          <a:spcPct val="0"/>
                        </a:spcAft>
                        <a:buClrTx/>
                        <a:buSzTx/>
                        <a:buFontTx/>
                        <a:buNone/>
                        <a:tabLst/>
                        <a:defRPr/>
                      </a:pPr>
                      <a:r>
                        <a:rPr lang="en-US" altLang="ko-KR" sz="1000" b="0" kern="1200" dirty="0" smtClean="0">
                          <a:solidFill>
                            <a:schemeClr val="tx1"/>
                          </a:solidFill>
                          <a:latin typeface="+mn-lt"/>
                          <a:ea typeface="맑은 고딕"/>
                          <a:cs typeface="+mn-cs"/>
                        </a:rPr>
                        <a:t>CI30</a:t>
                      </a:r>
                    </a:p>
                  </a:txBody>
                  <a:tcPr marL="86400" marR="86400" marT="43277" marB="432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r>
                        <a:rPr lang="en-US" sz="900" b="1" dirty="0" smtClean="0"/>
                        <a:t>Actuator Movement Logic – Runtime Protection &amp; Recovery Stabilization</a:t>
                      </a:r>
                      <a:endParaRPr lang="en-US" sz="900" dirty="0" smtClean="0"/>
                    </a:p>
                    <a:p>
                      <a:r>
                        <a:rPr lang="en-US" sz="900" dirty="0" smtClean="0"/>
                        <a:t>Analyzed issues in stepper motor runtime behavior during normal operation, especially under mid-obstacle conditions. Identified root causes of excessive motor force, delayed stall detection, and oscillation between target and mechanical ends. Investigated limitations of relying solely on driver stall status and introduced motion-based detection for early blockage identification.</a:t>
                      </a:r>
                    </a:p>
                    <a:p>
                      <a:r>
                        <a:rPr lang="en-US" sz="900" dirty="0" smtClean="0"/>
                        <a:t>Debugged interaction between movement commands and recovery logic leading to unintended retries and unstable behavior. Refined control flow to ensure proper separation between normal operation, recovery handling, and fail-safe conditions.</a:t>
                      </a:r>
                    </a:p>
                    <a:p>
                      <a:r>
                        <a:rPr lang="en-US" sz="900" b="1" dirty="0" smtClean="0"/>
                        <a:t>Verified correct behavior of:</a:t>
                      </a:r>
                      <a:endParaRPr lang="en-US" sz="900" dirty="0" smtClean="0"/>
                    </a:p>
                    <a:p>
                      <a:r>
                        <a:rPr lang="en-US" sz="900" dirty="0" smtClean="0"/>
                        <a:t>Target-based movement using calibrated span (0–10000 mapping) </a:t>
                      </a:r>
                    </a:p>
                    <a:p>
                      <a:r>
                        <a:rPr lang="en-US" sz="900" dirty="0" smtClean="0"/>
                        <a:t>Direction handling based on current actuator position </a:t>
                      </a:r>
                    </a:p>
                    <a:p>
                      <a:r>
                        <a:rPr lang="en-US" sz="900" dirty="0" smtClean="0"/>
                        <a:t>Stable execution under normal (no obstacle) conditions</a:t>
                      </a:r>
                    </a:p>
                    <a:p>
                      <a:endParaRPr lang="en-US" sz="900" dirty="0" smtClean="0"/>
                    </a:p>
                    <a:p>
                      <a:pPr lvl="1"/>
                      <a:endParaRPr lang="en-US" sz="900" dirty="0" smtClean="0"/>
                    </a:p>
                    <a:p>
                      <a:endParaRPr lang="en-US" sz="1000" dirty="0"/>
                    </a:p>
                  </a:txBody>
                  <a:tcPr marL="86400" marR="86400" marT="43277" marB="432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latinLnBrk="1" hangingPunct="1">
                        <a:lnSpc>
                          <a:spcPct val="110000"/>
                        </a:lnSpc>
                        <a:spcBef>
                          <a:spcPct val="20000"/>
                        </a:spcBef>
                        <a:spcAft>
                          <a:spcPct val="0"/>
                        </a:spcAft>
                        <a:buClrTx/>
                        <a:buFontTx/>
                        <a:buNone/>
                        <a:defRPr/>
                      </a:pPr>
                      <a:r>
                        <a:rPr lang="en-US" altLang="ko-KR" sz="1000" b="0" kern="1200" dirty="0" smtClean="0">
                          <a:solidFill>
                            <a:schemeClr val="tx1"/>
                          </a:solidFill>
                          <a:latin typeface="맑은 고딕"/>
                          <a:ea typeface="+mn-ea"/>
                          <a:cs typeface="+mn-cs"/>
                        </a:rPr>
                        <a:t>O</a:t>
                      </a:r>
                      <a:endParaRPr lang="en-US" altLang="ko-KR" sz="1000" b="0" kern="1200" dirty="0">
                        <a:solidFill>
                          <a:schemeClr val="tx1"/>
                        </a:solidFill>
                        <a:latin typeface="맑은 고딕"/>
                        <a:ea typeface="+mn-ea"/>
                        <a:cs typeface="+mn-cs"/>
                      </a:endParaRPr>
                    </a:p>
                  </a:txBody>
                  <a:tcPr marL="86400" marR="86400" marT="43277" marB="432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latinLnBrk="1" hangingPunct="1">
                        <a:lnSpc>
                          <a:spcPct val="110000"/>
                        </a:lnSpc>
                        <a:spcBef>
                          <a:spcPct val="20000"/>
                        </a:spcBef>
                        <a:spcAft>
                          <a:spcPct val="0"/>
                        </a:spcAft>
                        <a:buClrTx/>
                        <a:buFontTx/>
                        <a:buNone/>
                        <a:defRPr/>
                      </a:pPr>
                      <a:endParaRPr lang="en-US" altLang="ko-KR" sz="1000" b="0" kern="1200" dirty="0">
                        <a:solidFill>
                          <a:schemeClr val="tx1"/>
                        </a:solidFill>
                        <a:latin typeface="맑은 고딕"/>
                        <a:ea typeface="+mn-ea"/>
                        <a:cs typeface="+mn-cs"/>
                      </a:endParaRPr>
                    </a:p>
                  </a:txBody>
                  <a:tcPr marL="86400" marR="86400" marT="43277" marB="43277"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5439979"/>
                  </a:ext>
                </a:extLst>
              </a:tr>
              <a:tr h="182082">
                <a:tc gridSpan="5">
                  <a:txBody>
                    <a:bodyPr/>
                    <a:lstStyle/>
                    <a:p>
                      <a:pPr marL="0" marR="0" lvl="0" indent="0" algn="ctr" defTabSz="914400" rtl="0" eaLnBrk="1" fontAlgn="auto" latinLnBrk="1" hangingPunct="1">
                        <a:lnSpc>
                          <a:spcPct val="110000"/>
                        </a:lnSpc>
                        <a:spcBef>
                          <a:spcPct val="20000"/>
                        </a:spcBef>
                        <a:spcAft>
                          <a:spcPct val="0"/>
                        </a:spcAft>
                        <a:buClrTx/>
                        <a:buSzTx/>
                        <a:buFontTx/>
                        <a:buNone/>
                        <a:tabLst/>
                        <a:defRPr/>
                      </a:pPr>
                      <a:r>
                        <a:rPr lang="ko-KR" altLang="en-US" sz="1000" b="0" kern="1200" dirty="0" smtClean="0">
                          <a:solidFill>
                            <a:schemeClr val="tx1">
                              <a:lumMod val="95000"/>
                              <a:lumOff val="5000"/>
                            </a:schemeClr>
                          </a:solidFill>
                          <a:latin typeface="+mn-lt"/>
                          <a:ea typeface="맑은 고딕"/>
                          <a:cs typeface="+mn-cs"/>
                        </a:rPr>
                        <a:t>이슈 및 리스크 사항</a:t>
                      </a:r>
                    </a:p>
                  </a:txBody>
                  <a:tcPr marL="86400" marR="86400" marT="43277" marB="43277"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0" marR="0" lvl="0" indent="0" algn="ctr" defTabSz="914400" rtl="0" eaLnBrk="1" fontAlgn="auto" latinLnBrk="1" hangingPunct="1">
                        <a:lnSpc>
                          <a:spcPct val="110000"/>
                        </a:lnSpc>
                        <a:spcBef>
                          <a:spcPct val="20000"/>
                        </a:spcBef>
                        <a:spcAft>
                          <a:spcPct val="0"/>
                        </a:spcAft>
                        <a:buClrTx/>
                        <a:buSzTx/>
                        <a:buFontTx/>
                        <a:buNone/>
                        <a:tabLst/>
                        <a:defRPr/>
                      </a:pPr>
                      <a:endParaRPr lang="ko-KR" altLang="en-US" sz="1000" b="0" kern="1200" dirty="0">
                        <a:solidFill>
                          <a:schemeClr val="tx1"/>
                        </a:solidFill>
                        <a:latin typeface="+mn-lt"/>
                        <a:ea typeface="맑은 고딕"/>
                        <a:cs typeface="+mn-cs"/>
                      </a:endParaRPr>
                    </a:p>
                  </a:txBody>
                  <a:tcPr marL="86400" marR="86400" marT="43277" marB="432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l" defTabSz="914400" rtl="0" eaLnBrk="1" fontAlgn="base" latinLnBrk="1" hangingPunct="1">
                        <a:lnSpc>
                          <a:spcPct val="100000"/>
                        </a:lnSpc>
                        <a:spcBef>
                          <a:spcPct val="20000"/>
                        </a:spcBef>
                        <a:spcAft>
                          <a:spcPct val="0"/>
                        </a:spcAft>
                        <a:buClr>
                          <a:srgbClr val="FF0000"/>
                        </a:buClr>
                        <a:buSzTx/>
                        <a:buFont typeface="Wingdings" pitchFamily="2" charset="2"/>
                        <a:buNone/>
                        <a:tabLst/>
                        <a:defRPr/>
                      </a:pPr>
                      <a:endParaRPr kumimoji="1" lang="ko-KR" altLang="en-US" sz="1000" b="0" i="0" u="none" strike="noStrike" kern="1200" cap="none" normalizeH="0" baseline="0" smtClean="0">
                        <a:ln>
                          <a:noFill/>
                        </a:ln>
                        <a:solidFill>
                          <a:schemeClr val="tx1"/>
                        </a:solidFill>
                        <a:effectLst/>
                        <a:latin typeface="+mn-lt"/>
                        <a:ea typeface="+mn-ea"/>
                        <a:cs typeface="+mn-cs"/>
                      </a:endParaRPr>
                    </a:p>
                  </a:txBody>
                  <a:tcPr marL="86400" marR="86400" marT="43277" marB="432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latinLnBrk="1" hangingPunct="1">
                        <a:lnSpc>
                          <a:spcPct val="110000"/>
                        </a:lnSpc>
                        <a:spcBef>
                          <a:spcPct val="20000"/>
                        </a:spcBef>
                        <a:spcAft>
                          <a:spcPct val="0"/>
                        </a:spcAft>
                        <a:buClrTx/>
                        <a:buFontTx/>
                        <a:buNone/>
                        <a:defRPr/>
                      </a:pPr>
                      <a:endParaRPr lang="en-US" altLang="ko-KR" sz="1000" b="0" kern="1200" dirty="0">
                        <a:solidFill>
                          <a:schemeClr val="tx1"/>
                        </a:solidFill>
                        <a:latin typeface="맑은 고딕"/>
                        <a:ea typeface="+mn-ea"/>
                        <a:cs typeface="+mn-cs"/>
                      </a:endParaRPr>
                    </a:p>
                  </a:txBody>
                  <a:tcPr marL="86400" marR="86400" marT="43277" marB="432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auto" latinLnBrk="1" hangingPunct="1">
                        <a:lnSpc>
                          <a:spcPct val="110000"/>
                        </a:lnSpc>
                        <a:spcBef>
                          <a:spcPct val="20000"/>
                        </a:spcBef>
                        <a:spcAft>
                          <a:spcPct val="0"/>
                        </a:spcAft>
                        <a:buClrTx/>
                        <a:buSzTx/>
                        <a:buFontTx/>
                        <a:buNone/>
                        <a:tabLst/>
                        <a:defRPr/>
                      </a:pPr>
                      <a:endParaRPr lang="ko-KR" altLang="en-US" sz="1000" b="0" kern="1200" smtClean="0">
                        <a:solidFill>
                          <a:schemeClr val="tx1">
                            <a:lumMod val="95000"/>
                            <a:lumOff val="5000"/>
                          </a:schemeClr>
                        </a:solidFill>
                        <a:latin typeface="+mn-lt"/>
                        <a:ea typeface="맑은 고딕"/>
                        <a:cs typeface="+mn-cs"/>
                      </a:endParaRPr>
                    </a:p>
                  </a:txBody>
                  <a:tcPr marL="86400" marR="86400" marT="43277" marB="43277"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62088093"/>
                  </a:ext>
                </a:extLst>
              </a:tr>
              <a:tr h="1113958">
                <a:tc>
                  <a:txBody>
                    <a:bodyPr/>
                    <a:lstStyle/>
                    <a:p>
                      <a:pPr marL="0" marR="0" lvl="0" indent="0" algn="ctr" defTabSz="914400" rtl="0" eaLnBrk="1" fontAlgn="auto" latinLnBrk="1" hangingPunct="1">
                        <a:lnSpc>
                          <a:spcPct val="110000"/>
                        </a:lnSpc>
                        <a:spcBef>
                          <a:spcPct val="20000"/>
                        </a:spcBef>
                        <a:spcAft>
                          <a:spcPct val="0"/>
                        </a:spcAft>
                        <a:buClrTx/>
                        <a:buSzTx/>
                        <a:buFontTx/>
                        <a:buNone/>
                        <a:tabLst/>
                        <a:defRPr/>
                      </a:pPr>
                      <a:r>
                        <a:rPr lang="en-IN" altLang="ko-KR" sz="1000" b="0" kern="1200" dirty="0" smtClean="0">
                          <a:solidFill>
                            <a:schemeClr val="tx1"/>
                          </a:solidFill>
                          <a:latin typeface="+mn-lt"/>
                          <a:ea typeface="맑은 고딕"/>
                          <a:cs typeface="+mn-cs"/>
                        </a:rPr>
                        <a:t>1</a:t>
                      </a:r>
                      <a:endParaRPr lang="ko-KR" altLang="en-US" sz="1000" b="0" kern="1200" dirty="0">
                        <a:solidFill>
                          <a:schemeClr val="tx1"/>
                        </a:solidFill>
                        <a:latin typeface="+mn-lt"/>
                        <a:ea typeface="맑은 고딕"/>
                        <a:cs typeface="+mn-cs"/>
                      </a:endParaRPr>
                    </a:p>
                  </a:txBody>
                  <a:tcPr marL="86400" marR="86400" marT="43277" marB="43277"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1" hangingPunct="1">
                        <a:lnSpc>
                          <a:spcPct val="110000"/>
                        </a:lnSpc>
                        <a:spcBef>
                          <a:spcPct val="20000"/>
                        </a:spcBef>
                        <a:spcAft>
                          <a:spcPct val="0"/>
                        </a:spcAft>
                        <a:buClrTx/>
                        <a:buSzTx/>
                        <a:buFontTx/>
                        <a:buNone/>
                        <a:tabLst/>
                        <a:defRPr/>
                      </a:pPr>
                      <a:r>
                        <a:rPr lang="en-IN" altLang="ko-KR" sz="1000" b="0" kern="1200" dirty="0" smtClean="0">
                          <a:solidFill>
                            <a:schemeClr val="tx1"/>
                          </a:solidFill>
                          <a:latin typeface="+mn-lt"/>
                          <a:ea typeface="맑은 고딕"/>
                          <a:cs typeface="+mn-cs"/>
                        </a:rPr>
                        <a:t>CI30</a:t>
                      </a:r>
                      <a:endParaRPr lang="ko-KR" altLang="en-US" sz="1000" b="0" kern="1200" dirty="0">
                        <a:solidFill>
                          <a:schemeClr val="tx1"/>
                        </a:solidFill>
                        <a:latin typeface="+mn-lt"/>
                        <a:ea typeface="맑은 고딕"/>
                        <a:cs typeface="+mn-cs"/>
                      </a:endParaRPr>
                    </a:p>
                  </a:txBody>
                  <a:tcPr marL="86400" marR="86400" marT="43277" marB="432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r>
                        <a:rPr lang="en-US" sz="900" dirty="0" smtClean="0"/>
                        <a:t>Stall detection still partially dependent on driver feedback (RUN / HOLD / STALL), which may introduce delays under certain load conditions No-motion threshold (timing and sensitivity) may require further tuning based on mechanical variations Retry strategy may need refinement for different obstacle types (soft vs hard blockage) Edge cases such as rapid target updates during recovery require additional validation</a:t>
                      </a:r>
                      <a:endParaRPr lang="en-US" sz="900" dirty="0"/>
                    </a:p>
                  </a:txBody>
                  <a:tcPr marL="86400" marR="86400" marT="43277" marB="432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latinLnBrk="1" hangingPunct="1">
                        <a:lnSpc>
                          <a:spcPct val="110000"/>
                        </a:lnSpc>
                        <a:spcBef>
                          <a:spcPct val="20000"/>
                        </a:spcBef>
                        <a:spcAft>
                          <a:spcPct val="0"/>
                        </a:spcAft>
                        <a:buClrTx/>
                        <a:buFontTx/>
                        <a:buNone/>
                        <a:defRPr/>
                      </a:pPr>
                      <a:endParaRPr lang="en-US" altLang="ko-KR" sz="1000" b="0" kern="1200" dirty="0">
                        <a:solidFill>
                          <a:schemeClr val="tx1"/>
                        </a:solidFill>
                        <a:latin typeface="맑은 고딕"/>
                        <a:ea typeface="+mn-ea"/>
                        <a:cs typeface="+mn-cs"/>
                      </a:endParaRPr>
                    </a:p>
                  </a:txBody>
                  <a:tcPr marL="86400" marR="86400" marT="43277" marB="432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latinLnBrk="1" hangingPunct="1">
                        <a:lnSpc>
                          <a:spcPct val="110000"/>
                        </a:lnSpc>
                        <a:spcBef>
                          <a:spcPct val="20000"/>
                        </a:spcBef>
                        <a:spcAft>
                          <a:spcPct val="0"/>
                        </a:spcAft>
                        <a:buClrTx/>
                        <a:buFontTx/>
                        <a:buNone/>
                        <a:defRPr/>
                      </a:pPr>
                      <a:endParaRPr lang="en-US" altLang="ko-KR" sz="1000" b="0" kern="1200" dirty="0">
                        <a:solidFill>
                          <a:schemeClr val="tx1"/>
                        </a:solidFill>
                        <a:latin typeface="맑은 고딕"/>
                        <a:ea typeface="+mn-ea"/>
                        <a:cs typeface="+mn-cs"/>
                      </a:endParaRPr>
                    </a:p>
                  </a:txBody>
                  <a:tcPr marL="86400" marR="86400" marT="43277" marB="43277"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69096545"/>
                  </a:ext>
                </a:extLst>
              </a:tr>
              <a:tr h="182082">
                <a:tc gridSpan="5">
                  <a:txBody>
                    <a:bodyPr/>
                    <a:lstStyle/>
                    <a:p>
                      <a:pPr marL="0" marR="0" lvl="0" indent="0" algn="ctr" defTabSz="914400" rtl="0" eaLnBrk="1" fontAlgn="auto" latinLnBrk="1" hangingPunct="1">
                        <a:lnSpc>
                          <a:spcPct val="110000"/>
                        </a:lnSpc>
                        <a:spcBef>
                          <a:spcPct val="20000"/>
                        </a:spcBef>
                        <a:spcAft>
                          <a:spcPct val="0"/>
                        </a:spcAft>
                        <a:buClrTx/>
                        <a:buSzTx/>
                        <a:buFontTx/>
                        <a:buNone/>
                        <a:tabLst/>
                        <a:defRPr/>
                      </a:pPr>
                      <a:r>
                        <a:rPr lang="ko-KR" altLang="en-US" sz="1000" b="0" kern="1200" dirty="0" smtClean="0">
                          <a:solidFill>
                            <a:schemeClr val="tx1">
                              <a:lumMod val="95000"/>
                              <a:lumOff val="5000"/>
                            </a:schemeClr>
                          </a:solidFill>
                          <a:latin typeface="+mn-lt"/>
                          <a:ea typeface="맑은 고딕"/>
                          <a:cs typeface="+mn-cs"/>
                        </a:rPr>
                        <a:t>익일 계획</a:t>
                      </a:r>
                    </a:p>
                  </a:txBody>
                  <a:tcPr marL="86400" marR="86400" marT="43277" marB="43277"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0" marR="0" lvl="0" indent="0" algn="ctr" defTabSz="914400" rtl="0" eaLnBrk="1" fontAlgn="auto" latinLnBrk="1" hangingPunct="1">
                        <a:lnSpc>
                          <a:spcPct val="110000"/>
                        </a:lnSpc>
                        <a:spcBef>
                          <a:spcPct val="20000"/>
                        </a:spcBef>
                        <a:spcAft>
                          <a:spcPct val="0"/>
                        </a:spcAft>
                        <a:buClrTx/>
                        <a:buSzTx/>
                        <a:buFontTx/>
                        <a:buNone/>
                        <a:tabLst/>
                        <a:defRPr/>
                      </a:pPr>
                      <a:endParaRPr lang="ko-KR" altLang="en-US" sz="1000" b="0" kern="1200" dirty="0">
                        <a:solidFill>
                          <a:schemeClr val="tx1"/>
                        </a:solidFill>
                        <a:latin typeface="+mn-lt"/>
                        <a:ea typeface="맑은 고딕"/>
                        <a:cs typeface="+mn-cs"/>
                      </a:endParaRPr>
                    </a:p>
                  </a:txBody>
                  <a:tcPr marL="86400" marR="86400" marT="43277" marB="432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l" defTabSz="914400" rtl="0" eaLnBrk="1" fontAlgn="base" latinLnBrk="1" hangingPunct="1">
                        <a:lnSpc>
                          <a:spcPct val="100000"/>
                        </a:lnSpc>
                        <a:spcBef>
                          <a:spcPct val="20000"/>
                        </a:spcBef>
                        <a:spcAft>
                          <a:spcPct val="0"/>
                        </a:spcAft>
                        <a:buClr>
                          <a:srgbClr val="FF0000"/>
                        </a:buClr>
                        <a:buSzTx/>
                        <a:buFont typeface="Wingdings" pitchFamily="2" charset="2"/>
                        <a:buNone/>
                        <a:tabLst/>
                        <a:defRPr/>
                      </a:pPr>
                      <a:endParaRPr kumimoji="1" lang="ko-KR" altLang="en-US" sz="1000" b="0" i="0" u="none" strike="noStrike" kern="1200" cap="none" normalizeH="0" baseline="0" smtClean="0">
                        <a:ln>
                          <a:noFill/>
                        </a:ln>
                        <a:solidFill>
                          <a:schemeClr val="tx1"/>
                        </a:solidFill>
                        <a:effectLst/>
                        <a:latin typeface="+mn-lt"/>
                        <a:ea typeface="+mn-ea"/>
                        <a:cs typeface="+mn-cs"/>
                      </a:endParaRPr>
                    </a:p>
                  </a:txBody>
                  <a:tcPr marL="86400" marR="86400" marT="43277" marB="432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latinLnBrk="1" hangingPunct="1">
                        <a:lnSpc>
                          <a:spcPct val="110000"/>
                        </a:lnSpc>
                        <a:spcBef>
                          <a:spcPct val="20000"/>
                        </a:spcBef>
                        <a:spcAft>
                          <a:spcPct val="0"/>
                        </a:spcAft>
                        <a:buClrTx/>
                        <a:buFontTx/>
                        <a:buNone/>
                        <a:defRPr/>
                      </a:pPr>
                      <a:endParaRPr lang="en-US" altLang="ko-KR" sz="1000" b="0" kern="1200" dirty="0">
                        <a:solidFill>
                          <a:schemeClr val="tx1"/>
                        </a:solidFill>
                        <a:latin typeface="맑은 고딕"/>
                        <a:ea typeface="+mn-ea"/>
                        <a:cs typeface="+mn-cs"/>
                      </a:endParaRPr>
                    </a:p>
                  </a:txBody>
                  <a:tcPr marL="86400" marR="86400" marT="43277" marB="432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auto" latinLnBrk="1" hangingPunct="1">
                        <a:lnSpc>
                          <a:spcPct val="110000"/>
                        </a:lnSpc>
                        <a:spcBef>
                          <a:spcPct val="20000"/>
                        </a:spcBef>
                        <a:spcAft>
                          <a:spcPct val="0"/>
                        </a:spcAft>
                        <a:buClrTx/>
                        <a:buSzTx/>
                        <a:buFontTx/>
                        <a:buNone/>
                        <a:tabLst/>
                        <a:defRPr/>
                      </a:pPr>
                      <a:endParaRPr lang="ko-KR" altLang="en-US" sz="1000" b="0" kern="1200" smtClean="0">
                        <a:solidFill>
                          <a:schemeClr val="tx1">
                            <a:lumMod val="95000"/>
                            <a:lumOff val="5000"/>
                          </a:schemeClr>
                        </a:solidFill>
                        <a:latin typeface="+mn-lt"/>
                        <a:ea typeface="맑은 고딕"/>
                        <a:cs typeface="+mn-cs"/>
                      </a:endParaRPr>
                    </a:p>
                  </a:txBody>
                  <a:tcPr marL="86400" marR="86400" marT="43277" marB="43277"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03481213"/>
                  </a:ext>
                </a:extLst>
              </a:tr>
            </a:tbl>
          </a:graphicData>
        </a:graphic>
      </p:graphicFrame>
      <p:sp>
        <p:nvSpPr>
          <p:cNvPr id="4" name="Text Box 3"/>
          <p:cNvSpPr txBox="1">
            <a:spLocks noChangeArrowheads="1"/>
          </p:cNvSpPr>
          <p:nvPr/>
        </p:nvSpPr>
        <p:spPr>
          <a:xfrm>
            <a:off x="-108520" y="9253"/>
            <a:ext cx="5003857" cy="415498"/>
          </a:xfrm>
          <a:prstGeom prst="rect">
            <a:avLst/>
          </a:prstGeom>
          <a:noFill/>
          <a:ln w="9525">
            <a:noFill/>
            <a:miter/>
          </a:ln>
          <a:effectLst/>
        </p:spPr>
        <p:txBody>
          <a:bodyPr wrap="square" anchor="ctr">
            <a:spAutoFit/>
          </a:bodyPr>
          <a:lstStyle>
            <a:lvl1pPr eaLnBrk="0" hangingPunct="0">
              <a:defRPr kumimoji="1" sz="1400">
                <a:solidFill>
                  <a:schemeClr val="tx1"/>
                </a:solidFill>
                <a:latin typeface="Impact"/>
                <a:ea typeface="굴림"/>
              </a:defRPr>
            </a:lvl1pPr>
            <a:lvl2pPr marL="742950" indent="-285750" eaLnBrk="0" hangingPunct="0">
              <a:defRPr kumimoji="1" sz="1400">
                <a:solidFill>
                  <a:schemeClr val="tx1"/>
                </a:solidFill>
                <a:latin typeface="Impact"/>
                <a:ea typeface="굴림"/>
              </a:defRPr>
            </a:lvl2pPr>
            <a:lvl3pPr marL="1143000" indent="-228600" eaLnBrk="0" hangingPunct="0">
              <a:defRPr kumimoji="1" sz="1400">
                <a:solidFill>
                  <a:schemeClr val="tx1"/>
                </a:solidFill>
                <a:latin typeface="Impact"/>
                <a:ea typeface="굴림"/>
              </a:defRPr>
            </a:lvl3pPr>
            <a:lvl4pPr marL="1600200" indent="-228600" eaLnBrk="0" hangingPunct="0">
              <a:defRPr kumimoji="1" sz="1400">
                <a:solidFill>
                  <a:schemeClr val="tx1"/>
                </a:solidFill>
                <a:latin typeface="Impact"/>
                <a:ea typeface="굴림"/>
              </a:defRPr>
            </a:lvl4pPr>
            <a:lvl5pPr marL="2057400" indent="-228600" eaLnBrk="0" hangingPunct="0">
              <a:defRPr kumimoji="1" sz="1400">
                <a:solidFill>
                  <a:schemeClr val="tx1"/>
                </a:solidFill>
                <a:latin typeface="Impact"/>
                <a:ea typeface="굴림"/>
              </a:defRPr>
            </a:lvl5pPr>
            <a:lvl6pPr marL="2514600" indent="-228600" algn="ctr" eaLnBrk="0" fontAlgn="base" hangingPunct="0">
              <a:spcBef>
                <a:spcPct val="0"/>
              </a:spcBef>
              <a:spcAft>
                <a:spcPct val="0"/>
              </a:spcAft>
              <a:defRPr kumimoji="1" sz="1400">
                <a:solidFill>
                  <a:schemeClr val="tx1"/>
                </a:solidFill>
                <a:latin typeface="Impact"/>
                <a:ea typeface="굴림"/>
              </a:defRPr>
            </a:lvl6pPr>
            <a:lvl7pPr marL="2971800" indent="-228600" algn="ctr" eaLnBrk="0" fontAlgn="base" hangingPunct="0">
              <a:spcBef>
                <a:spcPct val="0"/>
              </a:spcBef>
              <a:spcAft>
                <a:spcPct val="0"/>
              </a:spcAft>
              <a:defRPr kumimoji="1" sz="1400">
                <a:solidFill>
                  <a:schemeClr val="tx1"/>
                </a:solidFill>
                <a:latin typeface="Impact"/>
                <a:ea typeface="굴림"/>
              </a:defRPr>
            </a:lvl7pPr>
            <a:lvl8pPr marL="3429000" indent="-228600" algn="ctr" eaLnBrk="0" fontAlgn="base" hangingPunct="0">
              <a:spcBef>
                <a:spcPct val="0"/>
              </a:spcBef>
              <a:spcAft>
                <a:spcPct val="0"/>
              </a:spcAft>
              <a:defRPr kumimoji="1" sz="1400">
                <a:solidFill>
                  <a:schemeClr val="tx1"/>
                </a:solidFill>
                <a:latin typeface="Impact"/>
                <a:ea typeface="굴림"/>
              </a:defRPr>
            </a:lvl8pPr>
            <a:lvl9pPr marL="3886200" indent="-228600" algn="ctr" eaLnBrk="0" fontAlgn="base" hangingPunct="0">
              <a:spcBef>
                <a:spcPct val="0"/>
              </a:spcBef>
              <a:spcAft>
                <a:spcPct val="0"/>
              </a:spcAft>
              <a:defRPr kumimoji="1" sz="1400">
                <a:solidFill>
                  <a:schemeClr val="tx1"/>
                </a:solidFill>
                <a:latin typeface="Impact"/>
                <a:ea typeface="굴림"/>
              </a:defRPr>
            </a:lvl9pPr>
          </a:lstStyle>
          <a:p>
            <a:pPr eaLnBrk="1" hangingPunct="1">
              <a:spcBef>
                <a:spcPct val="50000"/>
              </a:spcBef>
              <a:spcAft>
                <a:spcPts val="0"/>
              </a:spcAft>
              <a:buFont typeface="Wingdings"/>
              <a:buChar char="v"/>
              <a:defRPr/>
            </a:pPr>
            <a:r>
              <a:rPr lang="en-US" altLang="ko-KR" sz="2100" b="1" dirty="0">
                <a:latin typeface="+mn-ea"/>
                <a:ea typeface="+mn-ea"/>
              </a:rPr>
              <a:t> </a:t>
            </a:r>
            <a:r>
              <a:rPr lang="en-US" altLang="ko-KR" sz="2100" b="1" dirty="0" smtClean="0">
                <a:latin typeface="+mn-ea"/>
                <a:ea typeface="+mn-ea"/>
              </a:rPr>
              <a:t> </a:t>
            </a:r>
            <a:r>
              <a:rPr lang="en-US" altLang="ko-KR" sz="2100" b="1" dirty="0" err="1" smtClean="0">
                <a:latin typeface="+mn-ea"/>
                <a:ea typeface="+mn-ea"/>
              </a:rPr>
              <a:t>Vignesh</a:t>
            </a:r>
            <a:endParaRPr lang="ko-KR" altLang="en-US" sz="2100" b="1" dirty="0">
              <a:latin typeface="+mn-ea"/>
              <a:ea typeface="+mn-ea"/>
            </a:endParaRPr>
          </a:p>
        </p:txBody>
      </p:sp>
      <p:sp>
        <p:nvSpPr>
          <p:cNvPr id="6" name="TextBox 5"/>
          <p:cNvSpPr txBox="1"/>
          <p:nvPr/>
        </p:nvSpPr>
        <p:spPr>
          <a:xfrm>
            <a:off x="5628064" y="116632"/>
            <a:ext cx="3480440" cy="338554"/>
          </a:xfrm>
          <a:prstGeom prst="rect">
            <a:avLst/>
          </a:prstGeom>
          <a:noFill/>
        </p:spPr>
        <p:txBody>
          <a:bodyPr wrap="none" rtlCol="0">
            <a:spAutoFit/>
          </a:bodyPr>
          <a:lstStyle/>
          <a:p>
            <a:r>
              <a:rPr lang="en-US" altLang="ko-KR" sz="1600">
                <a:solidFill>
                  <a:srgbClr val="002060"/>
                </a:solidFill>
                <a:latin typeface="현대하모니 B" panose="02020603020101020101" pitchFamily="18" charset="-127"/>
                <a:ea typeface="현대하모니 B" panose="02020603020101020101" pitchFamily="18" charset="-127"/>
              </a:rPr>
              <a:t>“ </a:t>
            </a:r>
            <a:r>
              <a:rPr lang="ko-KR" altLang="en-US" sz="1600">
                <a:solidFill>
                  <a:srgbClr val="002060"/>
                </a:solidFill>
                <a:latin typeface="현대하모니 B" panose="02020603020101020101" pitchFamily="18" charset="-127"/>
                <a:ea typeface="현대하모니 B" panose="02020603020101020101" pitchFamily="18" charset="-127"/>
              </a:rPr>
              <a:t>생각을 </a:t>
            </a:r>
            <a:r>
              <a:rPr lang="ko-KR" altLang="en-US" sz="1600">
                <a:solidFill>
                  <a:srgbClr val="FF0000"/>
                </a:solidFill>
                <a:latin typeface="현대하모니 B" panose="02020603020101020101" pitchFamily="18" charset="-127"/>
                <a:ea typeface="현대하모니 B" panose="02020603020101020101" pitchFamily="18" charset="-127"/>
              </a:rPr>
              <a:t>바꾸고</a:t>
            </a:r>
            <a:r>
              <a:rPr lang="ko-KR" altLang="en-US" sz="1600">
                <a:solidFill>
                  <a:srgbClr val="002060"/>
                </a:solidFill>
                <a:latin typeface="현대하모니 B" panose="02020603020101020101" pitchFamily="18" charset="-127"/>
                <a:ea typeface="현대하모니 B" panose="02020603020101020101" pitchFamily="18" charset="-127"/>
              </a:rPr>
              <a:t> 연구소를 </a:t>
            </a:r>
            <a:r>
              <a:rPr lang="ko-KR" altLang="en-US" sz="1600">
                <a:solidFill>
                  <a:srgbClr val="FF0000"/>
                </a:solidFill>
                <a:latin typeface="현대하모니 B" panose="02020603020101020101" pitchFamily="18" charset="-127"/>
                <a:ea typeface="현대하모니 B" panose="02020603020101020101" pitchFamily="18" charset="-127"/>
              </a:rPr>
              <a:t>다시 만든다</a:t>
            </a:r>
            <a:r>
              <a:rPr lang="en-US" altLang="ko-KR" sz="1600">
                <a:solidFill>
                  <a:srgbClr val="002060"/>
                </a:solidFill>
                <a:latin typeface="현대하모니 B" panose="02020603020101020101" pitchFamily="18" charset="-127"/>
                <a:ea typeface="현대하모니 B" panose="02020603020101020101" pitchFamily="18" charset="-127"/>
              </a:rPr>
              <a:t> ”</a:t>
            </a:r>
            <a:endParaRPr lang="ko-KR" altLang="en-US" sz="1600">
              <a:solidFill>
                <a:srgbClr val="002060"/>
              </a:solidFill>
              <a:latin typeface="현대하모니 B" panose="02020603020101020101" pitchFamily="18" charset="-127"/>
              <a:ea typeface="현대하모니 B" panose="02020603020101020101" pitchFamily="18" charset="-127"/>
            </a:endParaRPr>
          </a:p>
        </p:txBody>
      </p:sp>
    </p:spTree>
    <p:extLst>
      <p:ext uri="{BB962C8B-B14F-4D97-AF65-F5344CB8AC3E}">
        <p14:creationId xmlns:p14="http://schemas.microsoft.com/office/powerpoint/2010/main" val="3671538102"/>
      </p:ext>
    </p:extLst>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01" name="Group 29"/>
          <p:cNvGraphicFramePr>
            <a:graphicFrameLocks noGrp="1"/>
          </p:cNvGraphicFramePr>
          <p:nvPr>
            <p:extLst>
              <p:ext uri="{D42A27DB-BD31-4B8C-83A1-F6EECF244321}">
                <p14:modId xmlns:p14="http://schemas.microsoft.com/office/powerpoint/2010/main" val="564516473"/>
              </p:ext>
            </p:extLst>
          </p:nvPr>
        </p:nvGraphicFramePr>
        <p:xfrm>
          <a:off x="228233" y="764705"/>
          <a:ext cx="8856985" cy="2334207"/>
        </p:xfrm>
        <a:graphic>
          <a:graphicData uri="http://schemas.openxmlformats.org/drawingml/2006/table">
            <a:tbl>
              <a:tblPr/>
              <a:tblGrid>
                <a:gridCol w="620054">
                  <a:extLst>
                    <a:ext uri="{9D8B030D-6E8A-4147-A177-3AD203B41FA5}">
                      <a16:colId xmlns:a16="http://schemas.microsoft.com/office/drawing/2014/main" val="20000"/>
                    </a:ext>
                  </a:extLst>
                </a:gridCol>
                <a:gridCol w="1417269">
                  <a:extLst>
                    <a:ext uri="{9D8B030D-6E8A-4147-A177-3AD203B41FA5}">
                      <a16:colId xmlns:a16="http://schemas.microsoft.com/office/drawing/2014/main" val="3009445602"/>
                    </a:ext>
                  </a:extLst>
                </a:gridCol>
                <a:gridCol w="5314756">
                  <a:extLst>
                    <a:ext uri="{9D8B030D-6E8A-4147-A177-3AD203B41FA5}">
                      <a16:colId xmlns:a16="http://schemas.microsoft.com/office/drawing/2014/main" val="644301783"/>
                    </a:ext>
                  </a:extLst>
                </a:gridCol>
                <a:gridCol w="752453">
                  <a:extLst>
                    <a:ext uri="{9D8B030D-6E8A-4147-A177-3AD203B41FA5}">
                      <a16:colId xmlns:a16="http://schemas.microsoft.com/office/drawing/2014/main" val="20001"/>
                    </a:ext>
                  </a:extLst>
                </a:gridCol>
                <a:gridCol w="752453">
                  <a:extLst>
                    <a:ext uri="{9D8B030D-6E8A-4147-A177-3AD203B41FA5}">
                      <a16:colId xmlns:a16="http://schemas.microsoft.com/office/drawing/2014/main" val="1673713884"/>
                    </a:ext>
                  </a:extLst>
                </a:gridCol>
              </a:tblGrid>
              <a:tr h="192205">
                <a:tc>
                  <a:txBody>
                    <a:bodyPr/>
                    <a:lstStyle/>
                    <a:p>
                      <a:pPr marL="0" marR="0" lvl="0" indent="0" algn="ctr" defTabSz="914400" rtl="0" eaLnBrk="1" latinLnBrk="1" hangingPunct="1">
                        <a:lnSpc>
                          <a:spcPct val="110000"/>
                        </a:lnSpc>
                        <a:spcBef>
                          <a:spcPct val="20000"/>
                        </a:spcBef>
                        <a:spcAft>
                          <a:spcPct val="0"/>
                        </a:spcAft>
                        <a:buClrTx/>
                        <a:buFontTx/>
                        <a:buNone/>
                        <a:defRPr/>
                      </a:pPr>
                      <a:r>
                        <a:rPr lang="ko-KR" altLang="en-US" sz="1000" b="0" kern="1200" smtClean="0">
                          <a:solidFill>
                            <a:schemeClr val="tx1"/>
                          </a:solidFill>
                          <a:latin typeface="맑은 고딕"/>
                          <a:ea typeface="맑은 고딕"/>
                          <a:cs typeface="+mn-cs"/>
                        </a:rPr>
                        <a:t>항목</a:t>
                      </a:r>
                      <a:endParaRPr lang="ko-KR" altLang="en-US" sz="1000" b="0" kern="1200" dirty="0">
                        <a:solidFill>
                          <a:schemeClr val="tx1"/>
                        </a:solidFill>
                        <a:latin typeface="맑은 고딕"/>
                        <a:ea typeface="맑은 고딕"/>
                        <a:cs typeface="+mn-cs"/>
                      </a:endParaRPr>
                    </a:p>
                  </a:txBody>
                  <a:tcPr marL="86400" marR="86400" marT="43277" marB="43277" anchor="ctr"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w="med" len="med"/>
                      <a:tailEnd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latinLnBrk="1" hangingPunct="1">
                        <a:lnSpc>
                          <a:spcPct val="110000"/>
                        </a:lnSpc>
                        <a:spcBef>
                          <a:spcPct val="20000"/>
                        </a:spcBef>
                        <a:spcAft>
                          <a:spcPct val="0"/>
                        </a:spcAft>
                        <a:buClrTx/>
                        <a:buFontTx/>
                        <a:buNone/>
                        <a:defRPr/>
                      </a:pPr>
                      <a:r>
                        <a:rPr lang="ko-KR" altLang="en-US" sz="900" b="0" kern="1200" dirty="0">
                          <a:solidFill>
                            <a:schemeClr val="tx1"/>
                          </a:solidFill>
                          <a:latin typeface="맑은 고딕"/>
                          <a:ea typeface="맑은 고딕"/>
                          <a:cs typeface="+mn-cs"/>
                        </a:rPr>
                        <a:t>주요내용</a:t>
                      </a:r>
                    </a:p>
                  </a:txBody>
                  <a:tcPr marL="86400" marR="86400" marT="43277" marB="432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latinLnBrk="1" hangingPunct="1">
                        <a:lnSpc>
                          <a:spcPct val="110000"/>
                        </a:lnSpc>
                        <a:spcBef>
                          <a:spcPct val="20000"/>
                        </a:spcBef>
                        <a:spcAft>
                          <a:spcPct val="0"/>
                        </a:spcAft>
                        <a:buClrTx/>
                        <a:buFontTx/>
                        <a:buNone/>
                        <a:defRPr/>
                      </a:pPr>
                      <a:r>
                        <a:rPr lang="ko-KR" altLang="en-US" sz="900" b="0" kern="1200" dirty="0">
                          <a:solidFill>
                            <a:schemeClr val="tx1"/>
                          </a:solidFill>
                          <a:latin typeface="맑은 고딕"/>
                          <a:ea typeface="맑은 고딕"/>
                          <a:cs typeface="+mn-cs"/>
                        </a:rPr>
                        <a:t>조치내용</a:t>
                      </a:r>
                    </a:p>
                  </a:txBody>
                  <a:tcPr marL="86400" marR="86400" marT="43277" marB="432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latinLnBrk="1" hangingPunct="1">
                        <a:lnSpc>
                          <a:spcPct val="110000"/>
                        </a:lnSpc>
                        <a:spcBef>
                          <a:spcPct val="20000"/>
                        </a:spcBef>
                        <a:spcAft>
                          <a:spcPct val="0"/>
                        </a:spcAft>
                        <a:buClrTx/>
                        <a:buFontTx/>
                        <a:buNone/>
                        <a:defRPr/>
                      </a:pPr>
                      <a:r>
                        <a:rPr lang="ko-KR" altLang="en-US" sz="1000" b="0" kern="1200" smtClean="0">
                          <a:solidFill>
                            <a:schemeClr val="tx1"/>
                          </a:solidFill>
                          <a:latin typeface="맑은 고딕"/>
                          <a:ea typeface="+mn-ea"/>
                          <a:cs typeface="+mn-cs"/>
                        </a:rPr>
                        <a:t>완료 여부</a:t>
                      </a:r>
                      <a:endParaRPr lang="en-US" altLang="ko-KR" sz="1000" b="0" kern="1200" dirty="0">
                        <a:solidFill>
                          <a:schemeClr val="tx1"/>
                        </a:solidFill>
                        <a:latin typeface="맑은 고딕"/>
                        <a:ea typeface="+mn-ea"/>
                        <a:cs typeface="+mn-cs"/>
                      </a:endParaRPr>
                    </a:p>
                  </a:txBody>
                  <a:tcPr marL="86400" marR="86400" marT="43277" marB="432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w="med" len="med"/>
                      <a:tailEnd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latinLnBrk="1" hangingPunct="1">
                        <a:lnSpc>
                          <a:spcPct val="110000"/>
                        </a:lnSpc>
                        <a:spcBef>
                          <a:spcPct val="20000"/>
                        </a:spcBef>
                        <a:spcAft>
                          <a:spcPct val="0"/>
                        </a:spcAft>
                        <a:buClrTx/>
                        <a:buFontTx/>
                        <a:buNone/>
                        <a:defRPr/>
                      </a:pPr>
                      <a:r>
                        <a:rPr lang="ko-KR" altLang="en-US" sz="1000" b="0" kern="1200" smtClean="0">
                          <a:solidFill>
                            <a:schemeClr val="tx1"/>
                          </a:solidFill>
                          <a:latin typeface="맑은 고딕"/>
                          <a:ea typeface="+mn-ea"/>
                          <a:cs typeface="+mn-cs"/>
                        </a:rPr>
                        <a:t>비고</a:t>
                      </a:r>
                      <a:endParaRPr lang="en-US" altLang="ko-KR" sz="1000" b="0" kern="1200" dirty="0">
                        <a:solidFill>
                          <a:schemeClr val="tx1"/>
                        </a:solidFill>
                        <a:latin typeface="맑은 고딕"/>
                        <a:ea typeface="+mn-ea"/>
                        <a:cs typeface="+mn-cs"/>
                      </a:endParaRPr>
                    </a:p>
                  </a:txBody>
                  <a:tcPr marL="86400" marR="86400" marT="43277" marB="43277" anchor="ctr"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w="med" len="med"/>
                      <a:tailEnd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79530">
                <a:tc gridSpan="5">
                  <a:txBody>
                    <a:bodyPr/>
                    <a:lstStyle/>
                    <a:p>
                      <a:pPr marL="0" marR="0" lvl="0" indent="0" algn="ctr" defTabSz="914400" rtl="0" eaLnBrk="1" fontAlgn="auto" latinLnBrk="1" hangingPunct="1">
                        <a:lnSpc>
                          <a:spcPct val="110000"/>
                        </a:lnSpc>
                        <a:spcBef>
                          <a:spcPct val="20000"/>
                        </a:spcBef>
                        <a:spcAft>
                          <a:spcPct val="0"/>
                        </a:spcAft>
                        <a:buClrTx/>
                        <a:buSzTx/>
                        <a:buFontTx/>
                        <a:buNone/>
                        <a:tabLst/>
                        <a:defRPr/>
                      </a:pPr>
                      <a:r>
                        <a:rPr lang="ko-KR" altLang="en-US" sz="900" b="0" kern="1200" dirty="0" smtClean="0">
                          <a:solidFill>
                            <a:schemeClr val="tx1">
                              <a:lumMod val="95000"/>
                              <a:lumOff val="5000"/>
                            </a:schemeClr>
                          </a:solidFill>
                          <a:latin typeface="+mn-lt"/>
                          <a:ea typeface="맑은 고딕"/>
                          <a:cs typeface="+mn-cs"/>
                        </a:rPr>
                        <a:t>익일 계획</a:t>
                      </a:r>
                    </a:p>
                  </a:txBody>
                  <a:tcPr marL="86400" marR="86400" marT="43277" marB="43277" anchor="ctr" horzOverflow="overflow">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0" marR="0" lvl="0" indent="0" algn="ctr" defTabSz="914400" rtl="0" eaLnBrk="1" fontAlgn="auto" latinLnBrk="1" hangingPunct="1">
                        <a:lnSpc>
                          <a:spcPct val="110000"/>
                        </a:lnSpc>
                        <a:spcBef>
                          <a:spcPct val="20000"/>
                        </a:spcBef>
                        <a:spcAft>
                          <a:spcPct val="0"/>
                        </a:spcAft>
                        <a:buClrTx/>
                        <a:buSzTx/>
                        <a:buFontTx/>
                        <a:buNone/>
                        <a:tabLst/>
                        <a:defRPr/>
                      </a:pPr>
                      <a:endParaRPr lang="ko-KR" altLang="en-US" sz="1000" b="0" kern="1200" dirty="0">
                        <a:solidFill>
                          <a:schemeClr val="tx1"/>
                        </a:solidFill>
                        <a:latin typeface="+mn-lt"/>
                        <a:ea typeface="맑은 고딕"/>
                        <a:cs typeface="+mn-cs"/>
                      </a:endParaRPr>
                    </a:p>
                  </a:txBody>
                  <a:tcPr marL="86400" marR="86400" marT="43277" marB="432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l" defTabSz="914400" rtl="0" eaLnBrk="1" fontAlgn="base" latinLnBrk="1" hangingPunct="1">
                        <a:lnSpc>
                          <a:spcPct val="100000"/>
                        </a:lnSpc>
                        <a:spcBef>
                          <a:spcPct val="20000"/>
                        </a:spcBef>
                        <a:spcAft>
                          <a:spcPct val="0"/>
                        </a:spcAft>
                        <a:buClr>
                          <a:srgbClr val="FF0000"/>
                        </a:buClr>
                        <a:buSzTx/>
                        <a:buFont typeface="Wingdings" pitchFamily="2" charset="2"/>
                        <a:buNone/>
                        <a:tabLst/>
                        <a:defRPr/>
                      </a:pPr>
                      <a:endParaRPr kumimoji="1" lang="en-US" altLang="ko-KR" sz="1000" b="0" i="0" u="none" strike="noStrike" kern="1200" cap="none" normalizeH="0" baseline="0" smtClean="0">
                        <a:ln>
                          <a:noFill/>
                        </a:ln>
                        <a:solidFill>
                          <a:schemeClr val="tx1"/>
                        </a:solidFill>
                        <a:effectLst/>
                        <a:latin typeface="+mn-lt"/>
                        <a:ea typeface="+mn-ea"/>
                        <a:cs typeface="+mn-cs"/>
                      </a:endParaRPr>
                    </a:p>
                  </a:txBody>
                  <a:tcPr marL="86400" marR="86400" marT="43277" marB="432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latinLnBrk="1" hangingPunct="1">
                        <a:lnSpc>
                          <a:spcPct val="110000"/>
                        </a:lnSpc>
                        <a:spcBef>
                          <a:spcPct val="20000"/>
                        </a:spcBef>
                        <a:spcAft>
                          <a:spcPct val="0"/>
                        </a:spcAft>
                        <a:buClrTx/>
                        <a:buFontTx/>
                        <a:buNone/>
                        <a:defRPr/>
                      </a:pPr>
                      <a:endParaRPr lang="en-US" altLang="ko-KR" sz="1000" b="0" kern="1200" dirty="0">
                        <a:solidFill>
                          <a:srgbClr val="0000FF"/>
                        </a:solidFill>
                        <a:latin typeface="맑은 고딕"/>
                        <a:ea typeface="+mn-ea"/>
                        <a:cs typeface="+mn-cs"/>
                      </a:endParaRPr>
                    </a:p>
                  </a:txBody>
                  <a:tcPr marL="86400" marR="86400" marT="43277" marB="43277"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auto" latinLnBrk="1" hangingPunct="1">
                        <a:lnSpc>
                          <a:spcPct val="110000"/>
                        </a:lnSpc>
                        <a:spcBef>
                          <a:spcPct val="20000"/>
                        </a:spcBef>
                        <a:spcAft>
                          <a:spcPct val="0"/>
                        </a:spcAft>
                        <a:buClrTx/>
                        <a:buSzTx/>
                        <a:buFontTx/>
                        <a:buNone/>
                        <a:tabLst/>
                        <a:defRPr/>
                      </a:pPr>
                      <a:endParaRPr lang="ko-KR" altLang="en-US" sz="1000" b="0" kern="1200" dirty="0">
                        <a:solidFill>
                          <a:schemeClr val="tx1">
                            <a:lumMod val="95000"/>
                            <a:lumOff val="5000"/>
                          </a:schemeClr>
                        </a:solidFill>
                        <a:latin typeface="+mn-lt"/>
                        <a:ea typeface="맑은 고딕"/>
                        <a:cs typeface="+mn-cs"/>
                      </a:endParaRPr>
                    </a:p>
                  </a:txBody>
                  <a:tcPr marL="86400" marR="86400" marT="43277" marB="43277" anchor="ctr" horzOverflow="overflow">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575871022"/>
                  </a:ext>
                </a:extLst>
              </a:tr>
              <a:tr h="1098357">
                <a:tc>
                  <a:txBody>
                    <a:bodyPr/>
                    <a:lstStyle/>
                    <a:p>
                      <a:pPr marL="0" marR="0" lvl="0" indent="0" algn="ctr" defTabSz="914400" rtl="0" eaLnBrk="1" fontAlgn="auto" latinLnBrk="1" hangingPunct="1">
                        <a:lnSpc>
                          <a:spcPct val="110000"/>
                        </a:lnSpc>
                        <a:spcBef>
                          <a:spcPct val="20000"/>
                        </a:spcBef>
                        <a:spcAft>
                          <a:spcPct val="0"/>
                        </a:spcAft>
                        <a:buClrTx/>
                        <a:buSzTx/>
                        <a:buFontTx/>
                        <a:buNone/>
                        <a:tabLst/>
                        <a:defRPr/>
                      </a:pPr>
                      <a:r>
                        <a:rPr lang="en-US" altLang="ko-KR" sz="1000" b="0" kern="1200" smtClean="0">
                          <a:solidFill>
                            <a:schemeClr val="tx1"/>
                          </a:solidFill>
                          <a:latin typeface="+mn-lt"/>
                          <a:ea typeface="맑은 고딕"/>
                          <a:cs typeface="+mn-cs"/>
                        </a:rPr>
                        <a:t>1</a:t>
                      </a:r>
                      <a:endParaRPr lang="ko-KR" altLang="en-US" sz="1000" b="0" kern="1200" dirty="0">
                        <a:solidFill>
                          <a:schemeClr val="tx1"/>
                        </a:solidFill>
                        <a:latin typeface="+mn-lt"/>
                        <a:ea typeface="맑은 고딕"/>
                        <a:cs typeface="+mn-cs"/>
                      </a:endParaRPr>
                    </a:p>
                  </a:txBody>
                  <a:tcPr marL="86400" marR="86400" marT="43277" marB="43277"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1" hangingPunct="1">
                        <a:lnSpc>
                          <a:spcPct val="110000"/>
                        </a:lnSpc>
                        <a:spcBef>
                          <a:spcPct val="20000"/>
                        </a:spcBef>
                        <a:spcAft>
                          <a:spcPct val="0"/>
                        </a:spcAft>
                        <a:buClrTx/>
                        <a:buSzTx/>
                        <a:buFontTx/>
                        <a:buNone/>
                        <a:tabLst/>
                        <a:defRPr/>
                      </a:pPr>
                      <a:r>
                        <a:rPr lang="en-US" altLang="ko-KR" sz="900" b="0" kern="1200" dirty="0" smtClean="0">
                          <a:solidFill>
                            <a:schemeClr val="tx1"/>
                          </a:solidFill>
                          <a:latin typeface="+mn-lt"/>
                          <a:ea typeface="맑은 고딕"/>
                          <a:cs typeface="+mn-cs"/>
                        </a:rPr>
                        <a:t>CI30</a:t>
                      </a:r>
                    </a:p>
                  </a:txBody>
                  <a:tcPr marL="86400" marR="86400" marT="43277" marB="432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r>
                        <a:rPr lang="en-US" sz="900" dirty="0" smtClean="0"/>
                        <a:t>Perform validation across all operating modes: Default mode (0) </a:t>
                      </a:r>
                    </a:p>
                    <a:p>
                      <a:r>
                        <a:rPr lang="en-US" sz="900" dirty="0" smtClean="0"/>
                        <a:t>Target control mode (1) </a:t>
                      </a:r>
                    </a:p>
                    <a:p>
                      <a:r>
                        <a:rPr lang="en-US" sz="900" dirty="0" smtClean="0"/>
                        <a:t>Calibration mode (2) </a:t>
                      </a:r>
                    </a:p>
                    <a:p>
                      <a:r>
                        <a:rPr lang="en-US" sz="900" dirty="0" smtClean="0"/>
                        <a:t>Test actuator behavior under: Mid-position obstruction scenarios </a:t>
                      </a:r>
                    </a:p>
                    <a:p>
                      <a:r>
                        <a:rPr lang="en-US" sz="900" dirty="0" smtClean="0"/>
                        <a:t>Repeated target updates during recovery </a:t>
                      </a:r>
                    </a:p>
                    <a:p>
                      <a:r>
                        <a:rPr lang="en-US" sz="900" dirty="0" smtClean="0"/>
                        <a:t>Continuous LIN command conditions </a:t>
                      </a:r>
                    </a:p>
                    <a:p>
                      <a:r>
                        <a:rPr lang="en-US" sz="900" dirty="0" smtClean="0"/>
                        <a:t>Fine-tune: No-motion detection threshold </a:t>
                      </a:r>
                    </a:p>
                    <a:p>
                      <a:r>
                        <a:rPr lang="en-US" sz="900" dirty="0" err="1" smtClean="0"/>
                        <a:t>Backoff</a:t>
                      </a:r>
                      <a:r>
                        <a:rPr lang="en-US" sz="900" dirty="0" smtClean="0"/>
                        <a:t> distance and retry timing </a:t>
                      </a:r>
                    </a:p>
                    <a:p>
                      <a:r>
                        <a:rPr lang="en-US" sz="900" dirty="0" smtClean="0"/>
                        <a:t>Improve recovery strategy for smoother behavior (reduce force during retry) Prepare code cleanup and documentation for: Movement logic </a:t>
                      </a:r>
                    </a:p>
                    <a:p>
                      <a:r>
                        <a:rPr lang="en-US" sz="900" dirty="0" smtClean="0"/>
                        <a:t>Recovery state handling </a:t>
                      </a:r>
                    </a:p>
                    <a:p>
                      <a:r>
                        <a:rPr lang="en-US" sz="900" dirty="0" smtClean="0"/>
                        <a:t>Integration with calibration flow</a:t>
                      </a:r>
                    </a:p>
                    <a:p>
                      <a:endParaRPr lang="en-US" sz="900" dirty="0"/>
                    </a:p>
                  </a:txBody>
                  <a:tcPr marL="86400" marR="86400" marT="43277" marB="432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latinLnBrk="1" hangingPunct="1">
                        <a:lnSpc>
                          <a:spcPct val="110000"/>
                        </a:lnSpc>
                        <a:spcBef>
                          <a:spcPct val="20000"/>
                        </a:spcBef>
                        <a:spcAft>
                          <a:spcPct val="0"/>
                        </a:spcAft>
                        <a:buClrTx/>
                        <a:buFontTx/>
                        <a:buNone/>
                        <a:defRPr/>
                      </a:pPr>
                      <a:r>
                        <a:rPr lang="en-US" altLang="ko-KR" sz="1000" b="0" kern="1200" dirty="0" smtClean="0">
                          <a:solidFill>
                            <a:schemeClr val="tx1"/>
                          </a:solidFill>
                          <a:latin typeface="맑은 고딕"/>
                          <a:ea typeface="+mn-ea"/>
                          <a:cs typeface="+mn-cs"/>
                        </a:rPr>
                        <a:t>O</a:t>
                      </a:r>
                      <a:endParaRPr lang="en-US" altLang="ko-KR" sz="1000" b="0" kern="1200" dirty="0">
                        <a:solidFill>
                          <a:schemeClr val="tx1"/>
                        </a:solidFill>
                        <a:latin typeface="맑은 고딕"/>
                        <a:ea typeface="+mn-ea"/>
                        <a:cs typeface="+mn-cs"/>
                      </a:endParaRPr>
                    </a:p>
                  </a:txBody>
                  <a:tcPr marL="86400" marR="86400" marT="43277" marB="432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latinLnBrk="1" hangingPunct="1">
                        <a:lnSpc>
                          <a:spcPct val="110000"/>
                        </a:lnSpc>
                        <a:spcBef>
                          <a:spcPct val="20000"/>
                        </a:spcBef>
                        <a:spcAft>
                          <a:spcPct val="0"/>
                        </a:spcAft>
                        <a:buClrTx/>
                        <a:buFontTx/>
                        <a:buNone/>
                        <a:defRPr/>
                      </a:pPr>
                      <a:endParaRPr lang="en-US" altLang="ko-KR" sz="1000" b="0" kern="1200" dirty="0">
                        <a:solidFill>
                          <a:schemeClr val="tx1"/>
                        </a:solidFill>
                        <a:latin typeface="맑은 고딕"/>
                        <a:ea typeface="+mn-ea"/>
                        <a:cs typeface="+mn-cs"/>
                      </a:endParaRPr>
                    </a:p>
                  </a:txBody>
                  <a:tcPr marL="86400" marR="86400" marT="43277" marB="43277"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5439979"/>
                  </a:ext>
                </a:extLst>
              </a:tr>
            </a:tbl>
          </a:graphicData>
        </a:graphic>
      </p:graphicFrame>
      <p:sp>
        <p:nvSpPr>
          <p:cNvPr id="4" name="Text Box 3"/>
          <p:cNvSpPr txBox="1">
            <a:spLocks noChangeArrowheads="1"/>
          </p:cNvSpPr>
          <p:nvPr/>
        </p:nvSpPr>
        <p:spPr>
          <a:xfrm>
            <a:off x="-108520" y="9253"/>
            <a:ext cx="5003857" cy="415498"/>
          </a:xfrm>
          <a:prstGeom prst="rect">
            <a:avLst/>
          </a:prstGeom>
          <a:noFill/>
          <a:ln w="9525">
            <a:noFill/>
            <a:miter/>
          </a:ln>
          <a:effectLst/>
        </p:spPr>
        <p:txBody>
          <a:bodyPr wrap="square" anchor="ctr">
            <a:spAutoFit/>
          </a:bodyPr>
          <a:lstStyle>
            <a:lvl1pPr eaLnBrk="0" hangingPunct="0">
              <a:defRPr kumimoji="1" sz="1400">
                <a:solidFill>
                  <a:schemeClr val="tx1"/>
                </a:solidFill>
                <a:latin typeface="Impact"/>
                <a:ea typeface="굴림"/>
              </a:defRPr>
            </a:lvl1pPr>
            <a:lvl2pPr marL="742950" indent="-285750" eaLnBrk="0" hangingPunct="0">
              <a:defRPr kumimoji="1" sz="1400">
                <a:solidFill>
                  <a:schemeClr val="tx1"/>
                </a:solidFill>
                <a:latin typeface="Impact"/>
                <a:ea typeface="굴림"/>
              </a:defRPr>
            </a:lvl2pPr>
            <a:lvl3pPr marL="1143000" indent="-228600" eaLnBrk="0" hangingPunct="0">
              <a:defRPr kumimoji="1" sz="1400">
                <a:solidFill>
                  <a:schemeClr val="tx1"/>
                </a:solidFill>
                <a:latin typeface="Impact"/>
                <a:ea typeface="굴림"/>
              </a:defRPr>
            </a:lvl3pPr>
            <a:lvl4pPr marL="1600200" indent="-228600" eaLnBrk="0" hangingPunct="0">
              <a:defRPr kumimoji="1" sz="1400">
                <a:solidFill>
                  <a:schemeClr val="tx1"/>
                </a:solidFill>
                <a:latin typeface="Impact"/>
                <a:ea typeface="굴림"/>
              </a:defRPr>
            </a:lvl4pPr>
            <a:lvl5pPr marL="2057400" indent="-228600" eaLnBrk="0" hangingPunct="0">
              <a:defRPr kumimoji="1" sz="1400">
                <a:solidFill>
                  <a:schemeClr val="tx1"/>
                </a:solidFill>
                <a:latin typeface="Impact"/>
                <a:ea typeface="굴림"/>
              </a:defRPr>
            </a:lvl5pPr>
            <a:lvl6pPr marL="2514600" indent="-228600" algn="ctr" eaLnBrk="0" fontAlgn="base" hangingPunct="0">
              <a:spcBef>
                <a:spcPct val="0"/>
              </a:spcBef>
              <a:spcAft>
                <a:spcPct val="0"/>
              </a:spcAft>
              <a:defRPr kumimoji="1" sz="1400">
                <a:solidFill>
                  <a:schemeClr val="tx1"/>
                </a:solidFill>
                <a:latin typeface="Impact"/>
                <a:ea typeface="굴림"/>
              </a:defRPr>
            </a:lvl6pPr>
            <a:lvl7pPr marL="2971800" indent="-228600" algn="ctr" eaLnBrk="0" fontAlgn="base" hangingPunct="0">
              <a:spcBef>
                <a:spcPct val="0"/>
              </a:spcBef>
              <a:spcAft>
                <a:spcPct val="0"/>
              </a:spcAft>
              <a:defRPr kumimoji="1" sz="1400">
                <a:solidFill>
                  <a:schemeClr val="tx1"/>
                </a:solidFill>
                <a:latin typeface="Impact"/>
                <a:ea typeface="굴림"/>
              </a:defRPr>
            </a:lvl7pPr>
            <a:lvl8pPr marL="3429000" indent="-228600" algn="ctr" eaLnBrk="0" fontAlgn="base" hangingPunct="0">
              <a:spcBef>
                <a:spcPct val="0"/>
              </a:spcBef>
              <a:spcAft>
                <a:spcPct val="0"/>
              </a:spcAft>
              <a:defRPr kumimoji="1" sz="1400">
                <a:solidFill>
                  <a:schemeClr val="tx1"/>
                </a:solidFill>
                <a:latin typeface="Impact"/>
                <a:ea typeface="굴림"/>
              </a:defRPr>
            </a:lvl8pPr>
            <a:lvl9pPr marL="3886200" indent="-228600" algn="ctr" eaLnBrk="0" fontAlgn="base" hangingPunct="0">
              <a:spcBef>
                <a:spcPct val="0"/>
              </a:spcBef>
              <a:spcAft>
                <a:spcPct val="0"/>
              </a:spcAft>
              <a:defRPr kumimoji="1" sz="1400">
                <a:solidFill>
                  <a:schemeClr val="tx1"/>
                </a:solidFill>
                <a:latin typeface="Impact"/>
                <a:ea typeface="굴림"/>
              </a:defRPr>
            </a:lvl9pPr>
          </a:lstStyle>
          <a:p>
            <a:pPr eaLnBrk="1" hangingPunct="1">
              <a:spcBef>
                <a:spcPct val="50000"/>
              </a:spcBef>
              <a:spcAft>
                <a:spcPts val="0"/>
              </a:spcAft>
              <a:buFont typeface="Wingdings"/>
              <a:buChar char="v"/>
              <a:defRPr/>
            </a:pPr>
            <a:r>
              <a:rPr lang="en-US" altLang="ko-KR" sz="2100" b="1" dirty="0">
                <a:latin typeface="+mn-ea"/>
                <a:ea typeface="+mn-ea"/>
              </a:rPr>
              <a:t> </a:t>
            </a:r>
            <a:r>
              <a:rPr lang="en-US" altLang="ko-KR" sz="2100" b="1" dirty="0" smtClean="0">
                <a:latin typeface="+mn-ea"/>
                <a:ea typeface="+mn-ea"/>
              </a:rPr>
              <a:t> </a:t>
            </a:r>
            <a:r>
              <a:rPr lang="en-US" altLang="ko-KR" sz="2100" b="1" dirty="0" err="1" smtClean="0">
                <a:latin typeface="+mn-ea"/>
                <a:ea typeface="+mn-ea"/>
              </a:rPr>
              <a:t>Vignesh</a:t>
            </a:r>
            <a:endParaRPr lang="ko-KR" altLang="en-US" sz="2100" b="1" dirty="0">
              <a:latin typeface="+mn-ea"/>
              <a:ea typeface="+mn-ea"/>
            </a:endParaRPr>
          </a:p>
        </p:txBody>
      </p:sp>
      <p:sp>
        <p:nvSpPr>
          <p:cNvPr id="6" name="TextBox 5"/>
          <p:cNvSpPr txBox="1"/>
          <p:nvPr/>
        </p:nvSpPr>
        <p:spPr>
          <a:xfrm>
            <a:off x="5628064" y="116632"/>
            <a:ext cx="3480440" cy="338554"/>
          </a:xfrm>
          <a:prstGeom prst="rect">
            <a:avLst/>
          </a:prstGeom>
          <a:noFill/>
        </p:spPr>
        <p:txBody>
          <a:bodyPr wrap="none" rtlCol="0">
            <a:spAutoFit/>
          </a:bodyPr>
          <a:lstStyle/>
          <a:p>
            <a:r>
              <a:rPr lang="en-US" altLang="ko-KR" sz="1600">
                <a:solidFill>
                  <a:srgbClr val="002060"/>
                </a:solidFill>
                <a:latin typeface="현대하모니 B" panose="02020603020101020101" pitchFamily="18" charset="-127"/>
                <a:ea typeface="현대하모니 B" panose="02020603020101020101" pitchFamily="18" charset="-127"/>
              </a:rPr>
              <a:t>“ </a:t>
            </a:r>
            <a:r>
              <a:rPr lang="ko-KR" altLang="en-US" sz="1600">
                <a:solidFill>
                  <a:srgbClr val="002060"/>
                </a:solidFill>
                <a:latin typeface="현대하모니 B" panose="02020603020101020101" pitchFamily="18" charset="-127"/>
                <a:ea typeface="현대하모니 B" panose="02020603020101020101" pitchFamily="18" charset="-127"/>
              </a:rPr>
              <a:t>생각을 </a:t>
            </a:r>
            <a:r>
              <a:rPr lang="ko-KR" altLang="en-US" sz="1600">
                <a:solidFill>
                  <a:srgbClr val="FF0000"/>
                </a:solidFill>
                <a:latin typeface="현대하모니 B" panose="02020603020101020101" pitchFamily="18" charset="-127"/>
                <a:ea typeface="현대하모니 B" panose="02020603020101020101" pitchFamily="18" charset="-127"/>
              </a:rPr>
              <a:t>바꾸고</a:t>
            </a:r>
            <a:r>
              <a:rPr lang="ko-KR" altLang="en-US" sz="1600">
                <a:solidFill>
                  <a:srgbClr val="002060"/>
                </a:solidFill>
                <a:latin typeface="현대하모니 B" panose="02020603020101020101" pitchFamily="18" charset="-127"/>
                <a:ea typeface="현대하모니 B" panose="02020603020101020101" pitchFamily="18" charset="-127"/>
              </a:rPr>
              <a:t> 연구소를 </a:t>
            </a:r>
            <a:r>
              <a:rPr lang="ko-KR" altLang="en-US" sz="1600">
                <a:solidFill>
                  <a:srgbClr val="FF0000"/>
                </a:solidFill>
                <a:latin typeface="현대하모니 B" panose="02020603020101020101" pitchFamily="18" charset="-127"/>
                <a:ea typeface="현대하모니 B" panose="02020603020101020101" pitchFamily="18" charset="-127"/>
              </a:rPr>
              <a:t>다시 만든다</a:t>
            </a:r>
            <a:r>
              <a:rPr lang="en-US" altLang="ko-KR" sz="1600">
                <a:solidFill>
                  <a:srgbClr val="002060"/>
                </a:solidFill>
                <a:latin typeface="현대하모니 B" panose="02020603020101020101" pitchFamily="18" charset="-127"/>
                <a:ea typeface="현대하모니 B" panose="02020603020101020101" pitchFamily="18" charset="-127"/>
              </a:rPr>
              <a:t> ”</a:t>
            </a:r>
            <a:endParaRPr lang="ko-KR" altLang="en-US" sz="1600">
              <a:solidFill>
                <a:srgbClr val="002060"/>
              </a:solidFill>
              <a:latin typeface="현대하모니 B" panose="02020603020101020101" pitchFamily="18" charset="-127"/>
              <a:ea typeface="현대하모니 B" panose="02020603020101020101" pitchFamily="18" charset="-127"/>
            </a:endParaRPr>
          </a:p>
        </p:txBody>
      </p:sp>
    </p:spTree>
    <p:extLst>
      <p:ext uri="{BB962C8B-B14F-4D97-AF65-F5344CB8AC3E}">
        <p14:creationId xmlns:p14="http://schemas.microsoft.com/office/powerpoint/2010/main" val="3393831999"/>
      </p:ext>
    </p:extLst>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theme/theme1.xml><?xml version="1.0" encoding="utf-8"?>
<a:theme xmlns:a="http://schemas.openxmlformats.org/drawingml/2006/main" name="제안서 템플릿">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MS PGothic"/>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2">
          <a:schemeClr val="accent6"/>
        </a:lnRef>
        <a:fillRef idx="1">
          <a:schemeClr val="lt1"/>
        </a:fillRef>
        <a:effectRef idx="0">
          <a:schemeClr val="accent6"/>
        </a:effectRef>
        <a:fontRef idx="minor">
          <a:schemeClr val="dk1"/>
        </a:fontRef>
      </a:style>
    </a:spDef>
    <a:lnDef>
      <a:spPr>
        <a:noFill/>
        <a:ln w="9525" cap="flat" cmpd="sng" algn="ctr">
          <a:noFill/>
          <a:prstDash val="solid"/>
          <a:round/>
          <a:headEnd w="med" len="med"/>
          <a:tailEnd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FontTx/>
          <a:buNone/>
          <a:defRPr kumimoji="0" lang="en-US" sz="1100" b="0" i="0" u="none" strike="noStrike" cap="none" normalizeH="0" baseline="0" smtClean="0">
            <a:solidFill>
              <a:schemeClr val="bg1"/>
            </a:solidFill>
            <a:effectLst/>
            <a:latin typeface="Verdana"/>
            <a:ea typeface="굴림"/>
          </a:defRPr>
        </a:defPPr>
      </a:lstStyle>
    </a:lnDef>
    <a:txDef>
      <a:spPr/>
      <a:bodyPr/>
      <a:lstStyle/>
    </a:tx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26483</TotalTime>
  <Words>321</Words>
  <Application>Microsoft Office PowerPoint</Application>
  <PresentationFormat>On-screen Show (4:3)</PresentationFormat>
  <Paragraphs>48</Paragraphs>
  <Slides>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vt:i4>
      </vt:variant>
    </vt:vector>
  </HeadingPairs>
  <TitlesOfParts>
    <vt:vector size="10" baseType="lpstr">
      <vt:lpstr>굴림</vt:lpstr>
      <vt:lpstr>맑은 고딕</vt:lpstr>
      <vt:lpstr>Arial</vt:lpstr>
      <vt:lpstr>Lucida Sans Unicode</vt:lpstr>
      <vt:lpstr>Verdana</vt:lpstr>
      <vt:lpstr>Wingdings</vt:lpstr>
      <vt:lpstr>현대하모니 B</vt:lpstr>
      <vt:lpstr>제안서 템플릿</vt:lpstr>
      <vt:lpstr>PowerPoint Presentation</vt:lpstr>
      <vt:lpstr>PowerPoint Presentation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Simon Jun</dc:creator>
  <cp:lastModifiedBy>user</cp:lastModifiedBy>
  <cp:revision>6490</cp:revision>
  <dcterms:created xsi:type="dcterms:W3CDTF">2019-10-24T04:42:23Z</dcterms:created>
  <dcterms:modified xsi:type="dcterms:W3CDTF">2026-03-30T08:12:32Z</dcterms:modified>
  <cp:version/>
</cp:coreProperties>
</file>