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3"/>
  </p:notesMasterIdLst>
  <p:handoutMasterIdLst>
    <p:handoutMasterId r:id="rId4"/>
  </p:handoutMasterIdLst>
  <p:sldIdLst>
    <p:sldId id="1137" r:id="rId2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76" autoAdjust="0"/>
    <p:restoredTop sz="96378" autoAdjust="0"/>
  </p:normalViewPr>
  <p:slideViewPr>
    <p:cSldViewPr snapToObjects="1">
      <p:cViewPr varScale="1">
        <p:scale>
          <a:sx n="111" d="100"/>
          <a:sy n="111" d="100"/>
        </p:scale>
        <p:origin x="1800" y="78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2026-03-27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2026-03-27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 dirty="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</a:t>
            </a:r>
            <a:r>
              <a:rPr kumimoji="0" lang="ko-KR" altLang="en-US" sz="800" dirty="0" err="1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우리산업㈜의</a:t>
            </a:r>
            <a:r>
              <a:rPr kumimoji="0" lang="ko-KR" altLang="en-US" sz="800" dirty="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자산으로 회사의 승인없이 외부 유포 및 공개가 금지 됩니다</a:t>
            </a:r>
            <a:r>
              <a:rPr kumimoji="0" lang="en-US" altLang="ko-KR" sz="800" dirty="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 dirty="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 dirty="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 dirty="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627155"/>
              </p:ext>
            </p:extLst>
          </p:nvPr>
        </p:nvGraphicFramePr>
        <p:xfrm>
          <a:off x="251520" y="1052736"/>
          <a:ext cx="8280919" cy="2905805"/>
        </p:xfrm>
        <a:graphic>
          <a:graphicData uri="http://schemas.openxmlformats.org/drawingml/2006/table">
            <a:tbl>
              <a:tblPr/>
              <a:tblGrid>
                <a:gridCol w="579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088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969081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8309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63">
                  <a:extLst>
                    <a:ext uri="{9D8B030D-6E8A-4147-A177-3AD203B41FA5}">
                      <a16:colId xmlns:a16="http://schemas.microsoft.com/office/drawing/2014/main" val="6793894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내역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ISIR </a:t>
                      </a:r>
                      <a:r>
                        <a:rPr lang="ko-KR" altLang="en-US" sz="1000" dirty="0" smtClean="0"/>
                        <a:t>대응</a:t>
                      </a:r>
                      <a:endParaRPr lang="ko-KR" altLang="en-US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 smtClean="0"/>
                        <a:t>ES90600-10 LIN</a:t>
                      </a:r>
                      <a:r>
                        <a:rPr lang="ko-KR" altLang="en-US" sz="1000" dirty="0" smtClean="0"/>
                        <a:t>통신 시험 진행</a:t>
                      </a:r>
                      <a:endParaRPr lang="ko-KR" altLang="en-US" sz="10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완료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262459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15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ISIR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대응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팀 대응 항목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en-US" altLang="ko-KR" sz="1000" b="0" i="0" u="none" strike="sng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</a:t>
                      </a:r>
                      <a:r>
                        <a:rPr kumimoji="1" lang="ko-KR" altLang="en-US" sz="1000" b="0" i="0" u="none" strike="sng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시험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오픈소스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제어기 일반 보안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~</a:t>
                      </a: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3/30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5946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설계 변경 자료 준비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제어사양서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로직점검 체크리스트 등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설계 변경 시 필요한 문서 작성 예정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strike="noStrike" kern="1200" baseline="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~4/1</a:t>
                      </a:r>
                      <a:endParaRPr lang="en-US" altLang="ko-KR" sz="1000" b="0" strike="noStrike" kern="1200" baseline="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521783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야근</a:t>
                      </a:r>
                      <a:r>
                        <a:rPr lang="en-US" altLang="ko-KR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잔업 계획</a:t>
                      </a:r>
                      <a:endParaRPr lang="en-US" altLang="ko-KR" sz="10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475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00" dirty="0" smtClean="0"/>
                        <a:t>ISIR</a:t>
                      </a:r>
                      <a:r>
                        <a:rPr lang="en-US" altLang="ko-KR" sz="1000" baseline="0" dirty="0" smtClean="0"/>
                        <a:t> </a:t>
                      </a:r>
                      <a:r>
                        <a:rPr lang="ko-KR" altLang="en-US" sz="1000" baseline="0" dirty="0" smtClean="0"/>
                        <a:t>자료 준비</a:t>
                      </a:r>
                      <a:endParaRPr lang="ko-KR" altLang="en-US" sz="10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dirty="0" smtClean="0"/>
                        <a:t>오픈소스 검증 및 제어기 일반 보안 사양서 작성 위한 일요일 출근 가능성 有</a:t>
                      </a:r>
                      <a:endParaRPr lang="ko-KR" altLang="en-US" sz="10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04860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명일 계획</a:t>
                      </a:r>
                      <a:endParaRPr lang="en-US" altLang="ko-KR" sz="10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716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ISIR </a:t>
                      </a: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대응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ISIR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시험 연속 진행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705840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 smtClean="0">
                <a:latin typeface="+mn-ea"/>
                <a:ea typeface="+mn-ea"/>
              </a:rPr>
              <a:t>김진겸 </a:t>
            </a:r>
            <a:r>
              <a:rPr lang="en-US" altLang="ko-KR" sz="2100" b="1" dirty="0" smtClean="0">
                <a:latin typeface="+mn-ea"/>
                <a:ea typeface="+mn-ea"/>
              </a:rPr>
              <a:t>– </a:t>
            </a:r>
            <a:r>
              <a:rPr lang="en-US" altLang="ko-KR" sz="2100" b="1" dirty="0">
                <a:latin typeface="+mn-ea"/>
                <a:ea typeface="+mn-ea"/>
              </a:rPr>
              <a:t>JG1 </a:t>
            </a:r>
            <a:r>
              <a:rPr lang="en-US" altLang="ko-KR" sz="2100" b="1" dirty="0" smtClean="0">
                <a:latin typeface="+mn-ea"/>
                <a:ea typeface="+mn-ea"/>
              </a:rPr>
              <a:t>[</a:t>
            </a:r>
            <a:r>
              <a:rPr lang="en-US" altLang="ko-KR" sz="2100" b="1" dirty="0" smtClean="0">
                <a:latin typeface="+mn-ea"/>
                <a:ea typeface="+mn-ea"/>
              </a:rPr>
              <a:t>260327]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 dirty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 dirty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 dirty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 dirty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 dirty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 dirty="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251520" y="688706"/>
            <a:ext cx="8280919" cy="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w="med" len="med"/>
            <a:tailEnd w="med" len="med"/>
          </a:ln>
          <a:effectLst/>
        </p:spPr>
      </p:cxnSp>
      <p:sp>
        <p:nvSpPr>
          <p:cNvPr id="2" name="타원 1"/>
          <p:cNvSpPr/>
          <p:nvPr/>
        </p:nvSpPr>
        <p:spPr>
          <a:xfrm>
            <a:off x="899592" y="620688"/>
            <a:ext cx="144016" cy="144016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/>
          <p:cNvSpPr/>
          <p:nvPr/>
        </p:nvSpPr>
        <p:spPr>
          <a:xfrm>
            <a:off x="6804248" y="616698"/>
            <a:ext cx="144016" cy="14401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타원 7"/>
          <p:cNvSpPr/>
          <p:nvPr/>
        </p:nvSpPr>
        <p:spPr>
          <a:xfrm>
            <a:off x="2379017" y="632204"/>
            <a:ext cx="144016" cy="14401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552255" y="760714"/>
            <a:ext cx="83869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auto">
              <a:lnSpc>
                <a:spcPct val="110000"/>
              </a:lnSpc>
              <a:spcBef>
                <a:spcPct val="20000"/>
              </a:spcBef>
              <a:defRPr/>
            </a:pPr>
            <a:r>
              <a:rPr lang="en-US" altLang="ko-KR" sz="1000" dirty="0" smtClean="0">
                <a:latin typeface="+mn-ea"/>
                <a:ea typeface="+mn-ea"/>
              </a:rPr>
              <a:t>M SW </a:t>
            </a:r>
            <a:r>
              <a:rPr lang="ko-KR" altLang="en-US" sz="1000" dirty="0" smtClean="0">
                <a:latin typeface="+mn-ea"/>
                <a:ea typeface="+mn-ea"/>
              </a:rPr>
              <a:t>확정</a:t>
            </a:r>
            <a:endParaRPr lang="en-US" altLang="ko-KR" sz="1100" dirty="0">
              <a:latin typeface="+mn-ea"/>
              <a:ea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998818" y="776220"/>
            <a:ext cx="90441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auto">
              <a:lnSpc>
                <a:spcPct val="110000"/>
              </a:lnSpc>
              <a:spcBef>
                <a:spcPct val="20000"/>
              </a:spcBef>
              <a:defRPr/>
            </a:pPr>
            <a:r>
              <a:rPr lang="en-US" altLang="ko-KR" sz="1000" dirty="0" smtClean="0">
                <a:latin typeface="+mn-ea"/>
                <a:ea typeface="+mn-ea"/>
              </a:rPr>
              <a:t>M </a:t>
            </a:r>
            <a:r>
              <a:rPr lang="ko-KR" altLang="en-US" sz="1000" dirty="0" smtClean="0">
                <a:latin typeface="+mn-ea"/>
                <a:ea typeface="+mn-ea"/>
              </a:rPr>
              <a:t>단계 설변</a:t>
            </a:r>
            <a:endParaRPr lang="en-US" altLang="ko-KR" sz="1100" dirty="0">
              <a:latin typeface="+mn-ea"/>
              <a:ea typeface="+mn-ea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4393387" y="616698"/>
            <a:ext cx="144016" cy="14401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4046050" y="760714"/>
            <a:ext cx="83869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auto">
              <a:lnSpc>
                <a:spcPct val="110000"/>
              </a:lnSpc>
              <a:spcBef>
                <a:spcPct val="20000"/>
              </a:spcBef>
              <a:defRPr/>
            </a:pPr>
            <a:r>
              <a:rPr lang="en-US" altLang="ko-KR" sz="1000" dirty="0" smtClean="0">
                <a:latin typeface="+mn-ea"/>
                <a:ea typeface="+mn-ea"/>
              </a:rPr>
              <a:t>M SW </a:t>
            </a:r>
            <a:r>
              <a:rPr lang="ko-KR" altLang="en-US" sz="1000" dirty="0" smtClean="0">
                <a:latin typeface="+mn-ea"/>
                <a:ea typeface="+mn-ea"/>
              </a:rPr>
              <a:t>배포</a:t>
            </a:r>
            <a:endParaRPr lang="en-US" altLang="ko-KR" sz="1100" dirty="0">
              <a:latin typeface="+mn-ea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306227" y="764704"/>
            <a:ext cx="114005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auto">
              <a:lnSpc>
                <a:spcPct val="110000"/>
              </a:lnSpc>
              <a:spcBef>
                <a:spcPct val="20000"/>
              </a:spcBef>
              <a:defRPr/>
            </a:pPr>
            <a:r>
              <a:rPr lang="en-US" altLang="ko-KR" sz="1000" dirty="0" smtClean="0">
                <a:latin typeface="+mn-ea"/>
                <a:ea typeface="+mn-ea"/>
              </a:rPr>
              <a:t>M SW </a:t>
            </a:r>
            <a:r>
              <a:rPr lang="ko-KR" altLang="en-US" sz="1000" dirty="0" smtClean="0">
                <a:latin typeface="+mn-ea"/>
                <a:ea typeface="+mn-ea"/>
              </a:rPr>
              <a:t>적용 양산</a:t>
            </a:r>
            <a:endParaRPr lang="en-US" altLang="ko-KR" sz="11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27994</TotalTime>
  <Words>121</Words>
  <Application>Microsoft Office PowerPoint</Application>
  <PresentationFormat>화면 슬라이드 쇼(4:3)</PresentationFormat>
  <Paragraphs>34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굴림</vt:lpstr>
      <vt:lpstr>맑은 고딕</vt:lpstr>
      <vt:lpstr>현대하모니 B</vt:lpstr>
      <vt:lpstr>Arial</vt:lpstr>
      <vt:lpstr>Lucida Sans Unicode</vt:lpstr>
      <vt:lpstr>Verdana</vt:lpstr>
      <vt:lpstr>Wingdings</vt:lpstr>
      <vt:lpstr>제안서 템플릿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Windows 사용자</cp:lastModifiedBy>
  <cp:revision>6522</cp:revision>
  <dcterms:created xsi:type="dcterms:W3CDTF">2019-10-24T04:42:23Z</dcterms:created>
  <dcterms:modified xsi:type="dcterms:W3CDTF">2026-03-27T14:35:56Z</dcterms:modified>
  <cp:version/>
</cp:coreProperties>
</file>