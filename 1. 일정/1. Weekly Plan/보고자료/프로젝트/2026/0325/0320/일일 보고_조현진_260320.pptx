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>
        <p:scale>
          <a:sx n="75" d="100"/>
          <a:sy n="75" d="100"/>
        </p:scale>
        <p:origin x="665" y="-267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508183"/>
              </p:ext>
            </p:extLst>
          </p:nvPr>
        </p:nvGraphicFramePr>
        <p:xfrm>
          <a:off x="69052" y="620689"/>
          <a:ext cx="9047224" cy="5694553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60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28097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3385372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7786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2026-03-19】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Y2V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PBC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입수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포팅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완료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Peripheral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중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PWM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ADC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Timer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</a:t>
                      </a:r>
                      <a:endParaRPr lang="en-US" altLang="ko-KR" sz="9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알고리즘 정합성 확인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일정표 첨부</a:t>
                      </a:r>
                      <a:endParaRPr lang="en-US" altLang="ko-KR" sz="9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GR#2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문서 작성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FMEA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Y2V architecture &amp; </a:t>
                      </a:r>
                      <a:r>
                        <a:rPr lang="en-US" altLang="ko-KR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codereview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문서 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문서 깃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푸쉬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완</a:t>
                      </a:r>
                      <a:endParaRPr lang="en-US" altLang="ko-KR" sz="9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2026-03-20】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코딩 컨벤션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v1.1 → v1.2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개정 완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구조 개선 설계 검토 진행중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(~3/23)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검증 항목 정리 및 우선순위 산정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진행중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(~3/24)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diag_service.c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HV gating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(sensor fault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skip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여부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diag_confirm_t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미적용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모듈 전수 조사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heater_ctrl_task_10ms()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미호출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원인 추적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TIM2/TIM3 CCP enable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함수 호출 누락 조사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일정표 수정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41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- 2026-03-20】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dirty="0" smtClean="0">
                          <a:effectLst/>
                          <a:latin typeface="+mj-lt"/>
                        </a:rPr>
                        <a:t>보드 입수 </a:t>
                      </a: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New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Architecture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이식 준비 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(~3/30)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QV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S/W writing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후 기본 동작 검증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(~3/23)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전달예정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+mj-lt"/>
                        </a:rPr>
                        <a:t>SX3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ko-KR" altLang="en-US" sz="900" dirty="0" smtClean="0">
                          <a:latin typeface="+mj-lt"/>
                        </a:rPr>
                        <a:t>금 </a:t>
                      </a:r>
                      <a:r>
                        <a:rPr lang="en-US" altLang="ko-KR" sz="900" dirty="0" smtClean="0">
                          <a:latin typeface="+mj-lt"/>
                        </a:rPr>
                        <a:t>or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차주 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PCB </a:t>
                      </a:r>
                      <a:r>
                        <a:rPr lang="ko-KR" altLang="en-US" sz="900" baseline="0" dirty="0" err="1" smtClean="0">
                          <a:latin typeface="+mj-lt"/>
                        </a:rPr>
                        <a:t>전달예정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오후 </a:t>
                      </a:r>
                      <a:r>
                        <a:rPr kumimoji="1" lang="en-US" altLang="ko-KR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ko-KR" altLang="en-US" sz="900" b="0" i="0" u="none" strike="sng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부사장님실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GR#2 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예정 팀장 </a:t>
                      </a:r>
                      <a:r>
                        <a:rPr kumimoji="1" lang="ko-KR" altLang="en-US" sz="900" b="0" i="0" u="none" strike="sng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필참</a:t>
                      </a:r>
                      <a:r>
                        <a:rPr kumimoji="1" lang="ko-KR" altLang="en-US" sz="9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要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225836"/>
              </p:ext>
            </p:extLst>
          </p:nvPr>
        </p:nvGraphicFramePr>
        <p:xfrm>
          <a:off x="8847546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47546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9052" y="1127430"/>
            <a:ext cx="9047223" cy="720000"/>
            <a:chOff x="160617" y="1128968"/>
            <a:chExt cx="8761689" cy="694788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51366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605939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317" y="1608312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605939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608312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6" name="개체 2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733583"/>
              </p:ext>
            </p:extLst>
          </p:nvPr>
        </p:nvGraphicFramePr>
        <p:xfrm>
          <a:off x="8623603" y="2644113"/>
          <a:ext cx="627886" cy="52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프레젠테이션" showAsIcon="1" r:id="rId6" imgW="914400" imgH="771480" progId="PowerPoint.Show.12">
                  <p:embed/>
                </p:oleObj>
              </mc:Choice>
              <mc:Fallback>
                <p:oleObj name="프레젠테이션" showAsIcon="1" r:id="rId6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23603" y="2644113"/>
                        <a:ext cx="627886" cy="529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671105"/>
              </p:ext>
            </p:extLst>
          </p:nvPr>
        </p:nvGraphicFramePr>
        <p:xfrm>
          <a:off x="8623603" y="3209423"/>
          <a:ext cx="631542" cy="557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문서" showAsIcon="1" r:id="rId8" imgW="914400" imgH="816480" progId="Word.Document.12">
                  <p:embed/>
                </p:oleObj>
              </mc:Choice>
              <mc:Fallback>
                <p:oleObj name="문서" showAsIcon="1" r:id="rId8" imgW="914400" imgH="816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23603" y="3209423"/>
                        <a:ext cx="631542" cy="557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26562</TotalTime>
  <Words>182</Words>
  <Application>Microsoft Office PowerPoint</Application>
  <PresentationFormat>화면 슬라이드 쇼(4:3)</PresentationFormat>
  <Paragraphs>50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Microsoft Excel 워크시트</vt:lpstr>
      <vt:lpstr>프레젠테이션</vt:lpstr>
      <vt:lpstr>Microsoft Word 문서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6495</cp:revision>
  <dcterms:created xsi:type="dcterms:W3CDTF">2019-10-24T04:42:23Z</dcterms:created>
  <dcterms:modified xsi:type="dcterms:W3CDTF">2026-03-20T10:55:33Z</dcterms:modified>
  <cp:version/>
</cp:coreProperties>
</file>