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32" d="100"/>
          <a:sy n="132" d="100"/>
        </p:scale>
        <p:origin x="948" y="114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924272"/>
              </p:ext>
            </p:extLst>
          </p:nvPr>
        </p:nvGraphicFramePr>
        <p:xfrm>
          <a:off x="251520" y="620688"/>
          <a:ext cx="8280919" cy="5893815"/>
        </p:xfrm>
        <a:graphic>
          <a:graphicData uri="http://schemas.openxmlformats.org/drawingml/2006/table">
            <a:tbl>
              <a:tblPr/>
              <a:tblGrid>
                <a:gridCol w="57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08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96908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30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679389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내역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전원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전압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악의 입력 평가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2P Cal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Act’r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Motion, CAL State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프로세스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Check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2P Cal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정지하면 상태 천이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Parameter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확인 하여 유지 가능 여부 확인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진행중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939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사이버 보안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ALWAX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민성기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이사 미팅 하여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Software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발송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확인 예정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전달된 이력 없음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Software Block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[LIN Bootloader ACT/DEACT, JTEG ACT/PASSWORD]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가능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LIN ACT &lt;- LIN DEACT Hex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다운로드 가능 하다고 하여 확인 예정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(Rework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890852"/>
                  </a:ext>
                </a:extLst>
              </a:tr>
              <a:tr h="26245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전원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전압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악의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입력 평가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 악의 입력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범위 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(9~16V)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동작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할것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요청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구현된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검수 및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크로스 체크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김진겸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~03/25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03/24~25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한온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재 평가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차주 월요일 기존 평가 자료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미적용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사례 및 적용 예정 사례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발송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03/26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AM09:00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합동 평가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재실시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시스템 대전 본사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03/26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P2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설계 변경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JG1 P2 Software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대응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프로세스 기준으로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추가 준비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LIN Conformance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~03/28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946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Software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기능 평가서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사양까지 적용된 내역 업데이트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591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 M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단계 대응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JG1 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대응을 위한 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date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배포 시점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 항목 확인 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Schedule table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~03/23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2178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야근</a:t>
                      </a:r>
                      <a:r>
                        <a:rPr lang="en-US" altLang="ko-KR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잔업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75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고객사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요구조건 구현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초기화 중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Cranking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동작을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저전압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영역 이내로 진입하면 정지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정상범위에서 만약 구속이라면 현재처럼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 실시하여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이상근 전임 통화 결과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2P Cal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Normal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이랑 동등한 수준이면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OK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048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사이버 보안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금일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Software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수령 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구형 시료로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LIN Boot DEACT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127509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명일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1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0584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err="1" smtClean="0">
                <a:latin typeface="+mn-ea"/>
                <a:ea typeface="+mn-ea"/>
              </a:rPr>
              <a:t>이자효</a:t>
            </a:r>
            <a:r>
              <a:rPr lang="ko-KR" altLang="en-US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– </a:t>
            </a:r>
            <a:r>
              <a:rPr lang="en-US" altLang="ko-KR" sz="2100" b="1" dirty="0">
                <a:latin typeface="+mn-ea"/>
                <a:ea typeface="+mn-ea"/>
              </a:rPr>
              <a:t>JG1 </a:t>
            </a:r>
            <a:r>
              <a:rPr lang="en-US" altLang="ko-KR" sz="2100" b="1" dirty="0" smtClean="0">
                <a:latin typeface="+mn-ea"/>
                <a:ea typeface="+mn-ea"/>
              </a:rPr>
              <a:t>[</a:t>
            </a:r>
            <a:r>
              <a:rPr lang="en-US" altLang="ko-KR" sz="2100" b="1" dirty="0" smtClean="0">
                <a:latin typeface="+mn-ea"/>
                <a:ea typeface="+mn-ea"/>
              </a:rPr>
              <a:t>260323]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26591</TotalTime>
  <Words>325</Words>
  <Application>Microsoft Office PowerPoint</Application>
  <PresentationFormat>화면 슬라이드 쇼(4:3)</PresentationFormat>
  <Paragraphs>62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6496</cp:revision>
  <dcterms:created xsi:type="dcterms:W3CDTF">2019-10-24T04:42:23Z</dcterms:created>
  <dcterms:modified xsi:type="dcterms:W3CDTF">2026-03-23T08:10:19Z</dcterms:modified>
  <cp:version/>
</cp:coreProperties>
</file>