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6" autoAdjust="0"/>
    <p:restoredTop sz="96378" autoAdjust="0"/>
  </p:normalViewPr>
  <p:slideViewPr>
    <p:cSldViewPr snapToObjects="1">
      <p:cViewPr varScale="1">
        <p:scale>
          <a:sx n="150" d="100"/>
          <a:sy n="150" d="100"/>
        </p:scale>
        <p:origin x="138" y="37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229933"/>
              </p:ext>
            </p:extLst>
          </p:nvPr>
        </p:nvGraphicFramePr>
        <p:xfrm>
          <a:off x="228233" y="764704"/>
          <a:ext cx="8856985" cy="4718690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8208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5879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 smtClean="0"/>
                        <a:t>2P Calibration: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Attempted to integrate immediate back‑off logic after stall detection in calibration routine.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Modified CAL_FIND_END1 and CAL_FIND_END2 states to send retreat commands directly after stall.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Tested calibration sequence with new changes.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Observed that motor did not respond after modification → driver commands not executed as expected.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Conducted debugging: checked </a:t>
                      </a:r>
                      <a:r>
                        <a:rPr lang="en-US" sz="900" dirty="0" err="1" smtClean="0">
                          <a:effectLst/>
                        </a:rPr>
                        <a:t>move_sent</a:t>
                      </a:r>
                      <a:r>
                        <a:rPr lang="en-US" sz="900" dirty="0" smtClean="0">
                          <a:effectLst/>
                        </a:rPr>
                        <a:t> flag handling, stall clear logic, and driver state transitions.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Identified that termination condition may be blocking motion prematurely.</a:t>
                      </a:r>
                    </a:p>
                    <a:p>
                      <a:r>
                        <a:rPr lang="en-US" sz="900" b="1" dirty="0" smtClean="0">
                          <a:effectLst/>
                        </a:rPr>
                        <a:t>Current Behavior (New Observation):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Motor fails to move after applying new calibration changes.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No progress in calibration sequence; driver remains idle.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Indicates possible logic error in state machine (command not issued or state stuck).</a:t>
                      </a:r>
                      <a:endParaRPr lang="en-US" sz="900" dirty="0" smtClean="0"/>
                    </a:p>
                    <a:p>
                      <a:endParaRPr lang="en-US" sz="900" dirty="0" smtClean="0"/>
                    </a:p>
                    <a:p>
                      <a:pPr lvl="1"/>
                      <a:endParaRPr lang="en-US" sz="900" dirty="0" smtClean="0"/>
                    </a:p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11139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effectLst/>
                        </a:rPr>
                        <a:t>Calibration not functional with current changes.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Risk of further delay if stall/back‑off handling is not corrected.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Need to confirm driver ON/OFF transitions and command issuance.</a:t>
                      </a:r>
                      <a:endParaRPr lang="en-US" sz="900" dirty="0" smtClean="0"/>
                    </a:p>
                    <a:p>
                      <a:r>
                        <a:rPr lang="en-US" sz="900" dirty="0" smtClean="0"/>
                        <a:t>.</a:t>
                      </a:r>
                      <a:endParaRPr lang="en-US" sz="900" dirty="0" smtClean="0"/>
                    </a:p>
                    <a:p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470961"/>
              </p:ext>
            </p:extLst>
          </p:nvPr>
        </p:nvGraphicFramePr>
        <p:xfrm>
          <a:off x="228233" y="764705"/>
          <a:ext cx="8856985" cy="1589981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9220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3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983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effectLst/>
                        </a:rPr>
                        <a:t>Add debug logging for state transitions and target positions.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Verify driver status before and after each </a:t>
                      </a:r>
                      <a:r>
                        <a:rPr lang="en-US" sz="900" dirty="0" err="1" smtClean="0">
                          <a:effectLst/>
                        </a:rPr>
                        <a:t>DRV_SetTarPosition</a:t>
                      </a:r>
                      <a:r>
                        <a:rPr lang="en-US" sz="900" dirty="0" smtClean="0">
                          <a:effectLst/>
                        </a:rPr>
                        <a:t>().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Re‑test with minimal back‑and‑forth move routine to confirm motor driver functionality.</a:t>
                      </a:r>
                      <a:endParaRPr lang="en-US" sz="900" dirty="0" smtClean="0"/>
                    </a:p>
                    <a:p>
                      <a:r>
                        <a:rPr lang="en-US" sz="900" dirty="0" smtClean="0">
                          <a:effectLst/>
                        </a:rPr>
                        <a:t>Refine calibration state machine to ensure commands are sent and executed.</a:t>
                      </a:r>
                      <a:endParaRPr lang="en-US" sz="900" dirty="0" smtClean="0"/>
                    </a:p>
                    <a:p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83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26452</TotalTime>
  <Words>243</Words>
  <Application>Microsoft Office PowerPoint</Application>
  <PresentationFormat>On-screen Show (4:3)</PresentationFormat>
  <Paragraphs>48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Verdana</vt:lpstr>
      <vt:lpstr>Wingdings</vt:lpstr>
      <vt:lpstr>현대하모니 B</vt:lpstr>
      <vt:lpstr>제안서 템플릿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6485</cp:revision>
  <dcterms:created xsi:type="dcterms:W3CDTF">2019-10-24T04:42:23Z</dcterms:created>
  <dcterms:modified xsi:type="dcterms:W3CDTF">2026-03-23T08:35:19Z</dcterms:modified>
  <cp:version/>
</cp:coreProperties>
</file>