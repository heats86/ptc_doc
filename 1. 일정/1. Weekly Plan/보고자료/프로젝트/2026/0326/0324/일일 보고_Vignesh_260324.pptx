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4"/>
  </p:notesMasterIdLst>
  <p:handoutMasterIdLst>
    <p:handoutMasterId r:id="rId5"/>
  </p:handoutMasterIdLst>
  <p:sldIdLst>
    <p:sldId id="1137" r:id="rId2"/>
    <p:sldId id="1138" r:id="rId3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66" autoAdjust="0"/>
    <p:restoredTop sz="96378" autoAdjust="0"/>
  </p:normalViewPr>
  <p:slideViewPr>
    <p:cSldViewPr snapToObjects="1">
      <p:cViewPr varScale="1">
        <p:scale>
          <a:sx n="150" d="100"/>
          <a:sy n="150" d="100"/>
        </p:scale>
        <p:origin x="60" y="37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30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047163"/>
              </p:ext>
            </p:extLst>
          </p:nvPr>
        </p:nvGraphicFramePr>
        <p:xfrm>
          <a:off x="228233" y="764704"/>
          <a:ext cx="8856985" cy="5467472"/>
        </p:xfrm>
        <a:graphic>
          <a:graphicData uri="http://schemas.openxmlformats.org/drawingml/2006/table">
            <a:tbl>
              <a:tblPr/>
              <a:tblGrid>
                <a:gridCol w="62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69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1475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18208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25879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 smtClean="0"/>
                        <a:t>2P Calibration – Stability &amp; Control Integration</a:t>
                      </a:r>
                    </a:p>
                    <a:p>
                      <a:r>
                        <a:rPr lang="en-US" sz="900" dirty="0" smtClean="0"/>
                        <a:t>Analyzed inconsistency between power-on calibration and CAN-triggered calibration behavior. </a:t>
                      </a:r>
                    </a:p>
                    <a:p>
                      <a:r>
                        <a:rPr lang="en-US" sz="900" dirty="0" smtClean="0"/>
                        <a:t>Identified that calibration instability was not due to core state machine logic, but due to </a:t>
                      </a:r>
                      <a:r>
                        <a:rPr lang="en-US" sz="900" b="1" dirty="0" smtClean="0"/>
                        <a:t>external command interference and driver state conditions during runtime</a:t>
                      </a:r>
                      <a:r>
                        <a:rPr lang="en-US" sz="900" dirty="0" smtClean="0"/>
                        <a:t>. </a:t>
                      </a:r>
                    </a:p>
                    <a:p>
                      <a:r>
                        <a:rPr lang="en-US" sz="900" dirty="0" smtClean="0"/>
                        <a:t>Refined control architecture by ensuring </a:t>
                      </a:r>
                      <a:r>
                        <a:rPr lang="en-US" sz="900" b="1" dirty="0" smtClean="0"/>
                        <a:t>single control ownership during calibration</a:t>
                      </a:r>
                      <a:r>
                        <a:rPr lang="en-US" sz="900" dirty="0" smtClean="0"/>
                        <a:t> (blocking external LIN/CAN movement commands while calibration is active). </a:t>
                      </a:r>
                    </a:p>
                    <a:p>
                      <a:r>
                        <a:rPr lang="en-US" sz="900" dirty="0" smtClean="0"/>
                        <a:t>Simplified calibration flow by removing redundant states and excessive retry/handling logic, restoring a </a:t>
                      </a:r>
                      <a:r>
                        <a:rPr lang="en-US" sz="900" b="1" dirty="0" smtClean="0"/>
                        <a:t>deterministic sequence (END1 → BACKOFF → END2)</a:t>
                      </a:r>
                      <a:r>
                        <a:rPr lang="en-US" sz="900" dirty="0" smtClean="0"/>
                        <a:t>. </a:t>
                      </a:r>
                    </a:p>
                    <a:p>
                      <a:r>
                        <a:rPr lang="en-US" sz="900" dirty="0" smtClean="0"/>
                        <a:t>Investigated reverse movement issue after stall and confirmed dependency on </a:t>
                      </a:r>
                      <a:r>
                        <a:rPr lang="en-US" sz="900" b="1" dirty="0" smtClean="0"/>
                        <a:t>driver state (energized vs relaxed condition)</a:t>
                      </a:r>
                      <a:r>
                        <a:rPr lang="en-US" sz="900" dirty="0" smtClean="0"/>
                        <a:t> rather than logic error. </a:t>
                      </a:r>
                    </a:p>
                    <a:p>
                      <a:r>
                        <a:rPr lang="en-US" sz="900" dirty="0" smtClean="0"/>
                        <a:t>Implemented controlled entry condition for calibration to align CAN-triggered behavior with power-on conditions. </a:t>
                      </a:r>
                    </a:p>
                    <a:p>
                      <a:r>
                        <a:rPr lang="en-US" sz="900" dirty="0" smtClean="0"/>
                        <a:t>Performed multiple validation runs comparing: </a:t>
                      </a:r>
                    </a:p>
                    <a:p>
                      <a:pPr lvl="1"/>
                      <a:r>
                        <a:rPr lang="en-US" sz="900" dirty="0" smtClean="0"/>
                        <a:t>Power-on calibration vs CAN-triggered calibration </a:t>
                      </a:r>
                    </a:p>
                    <a:p>
                      <a:pPr lvl="1"/>
                      <a:r>
                        <a:rPr lang="en-US" sz="900" dirty="0" smtClean="0"/>
                        <a:t>CW vs CCW starting positions</a:t>
                      </a:r>
                    </a:p>
                    <a:p>
                      <a:r>
                        <a:rPr lang="en-US" sz="900" b="1" dirty="0" smtClean="0"/>
                        <a:t>Current Observation</a:t>
                      </a:r>
                    </a:p>
                    <a:p>
                      <a:r>
                        <a:rPr lang="en-US" sz="900" dirty="0" smtClean="0"/>
                        <a:t>Power-on calibration: stable and repeatable </a:t>
                      </a:r>
                    </a:p>
                    <a:p>
                      <a:r>
                        <a:rPr lang="en-US" sz="900" dirty="0" smtClean="0"/>
                        <a:t>CAN-triggered calibration: forward movement correct, reverse still shows resistance/unstable behavior </a:t>
                      </a:r>
                    </a:p>
                    <a:p>
                      <a:r>
                        <a:rPr lang="en-US" sz="900" dirty="0" smtClean="0"/>
                        <a:t>Target mode functionality partially affected due to control path conflicts (under verification) </a:t>
                      </a:r>
                    </a:p>
                    <a:p>
                      <a:pPr lvl="1"/>
                      <a:endParaRPr lang="en-US" sz="900" dirty="0" smtClean="0"/>
                    </a:p>
                    <a:p>
                      <a:endParaRPr lang="en-US" sz="900" dirty="0" smtClean="0"/>
                    </a:p>
                    <a:p>
                      <a:pPr lvl="1"/>
                      <a:endParaRPr lang="en-US" sz="900" dirty="0" smtClean="0"/>
                    </a:p>
                    <a:p>
                      <a:endParaRPr lang="en-US" sz="10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11139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Reverse movement instability persists under LIN-triggered calibration Need further validation of </a:t>
                      </a:r>
                      <a:r>
                        <a:rPr lang="en-US" sz="900" b="1" dirty="0" smtClean="0"/>
                        <a:t>driver ON/OFF timing and load release behavior</a:t>
                      </a:r>
                      <a:r>
                        <a:rPr lang="en-US" sz="900" dirty="0" smtClean="0"/>
                        <a:t> Potential dependency on motor current / hardware tuning</a:t>
                      </a:r>
                      <a:r>
                        <a:rPr lang="en-US" sz="900" dirty="0" smtClean="0"/>
                        <a:t>.</a:t>
                      </a:r>
                      <a:endParaRPr lang="en-US" sz="900" dirty="0" smtClean="0"/>
                    </a:p>
                    <a:p>
                      <a:endParaRPr lang="en-US" sz="9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-108520" y="9253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err="1" smtClean="0">
                <a:latin typeface="+mn-ea"/>
                <a:ea typeface="+mn-ea"/>
              </a:rPr>
              <a:t>Vignesh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051539"/>
              </p:ext>
            </p:extLst>
          </p:nvPr>
        </p:nvGraphicFramePr>
        <p:xfrm>
          <a:off x="228233" y="764705"/>
          <a:ext cx="8856985" cy="1589981"/>
        </p:xfrm>
        <a:graphic>
          <a:graphicData uri="http://schemas.openxmlformats.org/drawingml/2006/table">
            <a:tbl>
              <a:tblPr/>
              <a:tblGrid>
                <a:gridCol w="62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69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1475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19220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53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0983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Add minimal debug checkpoints for: command issuance </a:t>
                      </a:r>
                    </a:p>
                    <a:p>
                      <a:r>
                        <a:rPr lang="en-US" sz="900" dirty="0" smtClean="0"/>
                        <a:t>driver state before/after movement </a:t>
                      </a:r>
                    </a:p>
                    <a:p>
                      <a:r>
                        <a:rPr lang="en-US" sz="900" dirty="0" smtClean="0"/>
                        <a:t>Verify clean motor state before reverse (post-stall release timing) Fine-tune </a:t>
                      </a:r>
                      <a:r>
                        <a:rPr lang="en-US" sz="900" dirty="0" err="1" smtClean="0"/>
                        <a:t>backoff</a:t>
                      </a:r>
                      <a:r>
                        <a:rPr lang="en-US" sz="900" dirty="0" smtClean="0"/>
                        <a:t> and reverse sequence without adding state complexity Validate target mode after calibration stabilization</a:t>
                      </a:r>
                      <a:endParaRPr lang="en-US" sz="9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-108520" y="9253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err="1" smtClean="0">
                <a:latin typeface="+mn-ea"/>
                <a:ea typeface="+mn-ea"/>
              </a:rPr>
              <a:t>Vignesh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383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26458</TotalTime>
  <Words>290</Words>
  <Application>Microsoft Office PowerPoint</Application>
  <PresentationFormat>On-screen Show (4:3)</PresentationFormat>
  <Paragraphs>48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굴림</vt:lpstr>
      <vt:lpstr>맑은 고딕</vt:lpstr>
      <vt:lpstr>Arial</vt:lpstr>
      <vt:lpstr>Lucida Sans Unicode</vt:lpstr>
      <vt:lpstr>Verdana</vt:lpstr>
      <vt:lpstr>Wingdings</vt:lpstr>
      <vt:lpstr>현대하모니 B</vt:lpstr>
      <vt:lpstr>제안서 템플릿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user</cp:lastModifiedBy>
  <cp:revision>6486</cp:revision>
  <dcterms:created xsi:type="dcterms:W3CDTF">2019-10-24T04:42:23Z</dcterms:created>
  <dcterms:modified xsi:type="dcterms:W3CDTF">2026-03-24T08:31:13Z</dcterms:modified>
  <cp:version/>
</cp:coreProperties>
</file>