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6" d="100"/>
          <a:sy n="116" d="100"/>
        </p:scale>
        <p:origin x="1084" y="56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053813"/>
              </p:ext>
            </p:extLst>
          </p:nvPr>
        </p:nvGraphicFramePr>
        <p:xfrm>
          <a:off x="107504" y="764705"/>
          <a:ext cx="8928993" cy="4983822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웨이모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웨이모와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리워크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순서 및 검토 회의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=&gt;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웨이모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출장 내용 변경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30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여분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리워크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웨이모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인원들이 차량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리워크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HKMC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및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협력사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검토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6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리워크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HKMC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및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협력사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인원이 직접 교체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일주일에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리워크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=&gt;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웨이모에서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정한 차량 정비 순서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웨이모에서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레이더 관련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리워크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후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EWP(4way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모듈 포함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교체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작업  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=&gt;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웨이모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차량 점검 후 냉각수 빼기 및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워셔액통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제거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4way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모듈 익일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(3/24)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점검 및 교체 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4WayValve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Over Current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이슈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HKMC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사항 반영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대책서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수정 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HKMC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최승훈 연구원 메일 답변 작성 후 검토 요청 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웨이모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작업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=&gt;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EWP(4way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모듈 포함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점검 및 교체 예정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87807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김강일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26467</TotalTime>
  <Words>174</Words>
  <Application>Microsoft Office PowerPoint</Application>
  <PresentationFormat>화면 슬라이드 쇼(4:3)</PresentationFormat>
  <Paragraphs>37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현대하모니 B</vt:lpstr>
      <vt:lpstr>Arial</vt:lpstr>
      <vt:lpstr>Lucida Sans Unicode</vt:lpstr>
      <vt:lpstr>Verdana</vt:lpstr>
      <vt:lpstr>Wingdings</vt:lpstr>
      <vt:lpstr>맑은 고딕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6485</cp:revision>
  <dcterms:created xsi:type="dcterms:W3CDTF">2019-10-24T04:42:23Z</dcterms:created>
  <dcterms:modified xsi:type="dcterms:W3CDTF">2026-03-24T09:45:54Z</dcterms:modified>
  <cp:version/>
</cp:coreProperties>
</file>