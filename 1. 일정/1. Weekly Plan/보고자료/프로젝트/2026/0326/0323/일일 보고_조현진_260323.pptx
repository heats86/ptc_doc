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710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76362"/>
              </p:ext>
            </p:extLst>
          </p:nvPr>
        </p:nvGraphicFramePr>
        <p:xfrm>
          <a:off x="69052" y="620689"/>
          <a:ext cx="9047224" cy="5859780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60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28097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3385372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7786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- 2026-03-20】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Y2V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코딩 컨벤션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v1.1 → v1.2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개정 완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구조 개선 설계 검토 진행중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(~3/23)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개발 검증 항목 정리 및 우선순위 산정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진행중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(~3/24)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diag_service.c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HV gating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(sensor fault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진단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skip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여부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diag_confirm_t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미적용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모듈 전수 조사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heater_ctrl_task_10ms()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미호출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원인 추적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4) TIM2/TIM3 CCP enable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함수 호출 누락 조사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일정표 수정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- 2026-03-23】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TransmError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원인 분석 및 해결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Echo-driven TX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적용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(TIEN/TCIEN →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단일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ISR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방식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ADC ISR-chained Scan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구현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(blocking while(EOC)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제거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IRQ22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활용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14V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TransmError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0%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tx_cnt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=177,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tx_ok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=177, err=0)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ADC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아키텍처 개선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(QV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비교 분석 기반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QV(RH850) HW scan group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패턴을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STM8 ISR chain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재현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sensing_service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non-blocking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전환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hal_adc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래퍼 경유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Legacy blocking read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-time calibration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전용으로 분리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구조 개선 설계 검토 완료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(~3/23)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pipeline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패턴 스케줄러 적용 확인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sys_sensing_t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sys_diag_t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sys_heater_t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모듈 내부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ctx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패턴 전환은 미착수 → 다음 작업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41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- 2026-03-20】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dirty="0" smtClean="0">
                          <a:effectLst/>
                          <a:latin typeface="+mj-lt"/>
                        </a:rPr>
                        <a:t>보드 입수 </a:t>
                      </a: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New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Architecture 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이식 준비 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(~3/30)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QV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S/W writing 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후 기본 동작 검증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(~3/23)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effectLst/>
                        </a:rPr>
                        <a:t>-</a:t>
                      </a:r>
                      <a:endParaRPr lang="ko-KR" altLang="ko-KR" sz="900" dirty="0" smtClean="0">
                        <a:effectLst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전달 예정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 – QV Cyber Security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미 적용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writing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smtClean="0">
                          <a:latin typeface="+mj-lt"/>
                        </a:rPr>
                        <a:t>SX3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+mj-lt"/>
                        </a:rPr>
                        <a:t>금 </a:t>
                      </a:r>
                      <a:r>
                        <a:rPr lang="en-US" altLang="ko-KR" sz="900" dirty="0" smtClean="0">
                          <a:latin typeface="+mj-lt"/>
                        </a:rPr>
                        <a:t>or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차주 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PCB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전달 예정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- QV Cyber Security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적용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writing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kumimoji="1" lang="ko-KR" altLang="en-US" sz="900" b="0" i="0" u="none" strike="sng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7685965"/>
              </p:ext>
            </p:extLst>
          </p:nvPr>
        </p:nvGraphicFramePr>
        <p:xfrm>
          <a:off x="8847546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47546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9052" y="1127430"/>
            <a:ext cx="9047223" cy="720000"/>
            <a:chOff x="160617" y="1128968"/>
            <a:chExt cx="8761689" cy="694788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51366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605939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608312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608312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317" y="1608312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605939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608312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608312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  <p:graphicFrame>
        <p:nvGraphicFramePr>
          <p:cNvPr id="26" name="개체 2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304200"/>
              </p:ext>
            </p:extLst>
          </p:nvPr>
        </p:nvGraphicFramePr>
        <p:xfrm>
          <a:off x="8623603" y="2467173"/>
          <a:ext cx="627886" cy="529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프레젠테이션" showAsIcon="1" r:id="rId6" imgW="914400" imgH="771480" progId="PowerPoint.Show.12">
                  <p:embed/>
                </p:oleObj>
              </mc:Choice>
              <mc:Fallback>
                <p:oleObj name="프레젠테이션" showAsIcon="1" r:id="rId6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23603" y="2467173"/>
                        <a:ext cx="627886" cy="529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091114"/>
              </p:ext>
            </p:extLst>
          </p:nvPr>
        </p:nvGraphicFramePr>
        <p:xfrm>
          <a:off x="8620978" y="2852936"/>
          <a:ext cx="631542" cy="557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문서" showAsIcon="1" r:id="rId8" imgW="914400" imgH="816480" progId="Word.Document.12">
                  <p:embed/>
                </p:oleObj>
              </mc:Choice>
              <mc:Fallback>
                <p:oleObj name="문서" showAsIcon="1" r:id="rId8" imgW="914400" imgH="816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20978" y="2852936"/>
                        <a:ext cx="631542" cy="557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26598</TotalTime>
  <Words>178</Words>
  <Application>Microsoft Office PowerPoint</Application>
  <PresentationFormat>화면 슬라이드 쇼(4:3)</PresentationFormat>
  <Paragraphs>49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프레젠테이션</vt:lpstr>
      <vt:lpstr>문서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6497</cp:revision>
  <dcterms:created xsi:type="dcterms:W3CDTF">2019-10-24T04:42:23Z</dcterms:created>
  <dcterms:modified xsi:type="dcterms:W3CDTF">2026-03-24T09:08:26Z</dcterms:modified>
  <cp:version/>
</cp:coreProperties>
</file>