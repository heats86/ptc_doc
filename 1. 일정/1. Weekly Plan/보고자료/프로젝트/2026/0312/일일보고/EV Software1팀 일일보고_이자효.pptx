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32" d="100"/>
          <a:sy n="132" d="100"/>
        </p:scale>
        <p:origin x="948" y="11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896196"/>
              </p:ext>
            </p:extLst>
          </p:nvPr>
        </p:nvGraphicFramePr>
        <p:xfrm>
          <a:off x="251520" y="764705"/>
          <a:ext cx="8280919" cy="3541387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512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Post P2 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배포 사양 승인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(03/13)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939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Post P2 Software Rework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대응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(~03/16)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Stall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Threshold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간헐적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Threshold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값 변형 원인 확인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Boost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Logic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 Logic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2P Calibration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야근</a:t>
                      </a:r>
                      <a:r>
                        <a:rPr lang="en-US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잔업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Stall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Threshold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 전류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Threshold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MovAvgCurrent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적용치 수정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48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Stall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Max Current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온도 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Max Current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9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Boost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Logic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 Logic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실행 후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2P Calibration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루틴 확인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-&gt; Fault Error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별 적용 여부 확인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65900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명일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Software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검증 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작성된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대응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0584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이자효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26397</TotalTime>
  <Words>117</Words>
  <Application>Microsoft Office PowerPoint</Application>
  <PresentationFormat>화면 슬라이드 쇼(4:3)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6470</cp:revision>
  <dcterms:created xsi:type="dcterms:W3CDTF">2019-10-24T04:42:23Z</dcterms:created>
  <dcterms:modified xsi:type="dcterms:W3CDTF">2026-03-11T08:28:57Z</dcterms:modified>
  <cp:version/>
</cp:coreProperties>
</file>