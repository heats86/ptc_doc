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37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14" d="100"/>
          <a:sy n="114" d="100"/>
        </p:scale>
        <p:origin x="1710" y="10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066956"/>
              </p:ext>
            </p:extLst>
          </p:nvPr>
        </p:nvGraphicFramePr>
        <p:xfrm>
          <a:off x="459378" y="732456"/>
          <a:ext cx="8280919" cy="4775827"/>
        </p:xfrm>
        <a:graphic>
          <a:graphicData uri="http://schemas.openxmlformats.org/drawingml/2006/table">
            <a:tbl>
              <a:tblPr/>
              <a:tblGrid>
                <a:gridCol w="579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08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969081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830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3">
                  <a:extLst>
                    <a:ext uri="{9D8B030D-6E8A-4147-A177-3AD203B41FA5}">
                      <a16:colId xmlns:a16="http://schemas.microsoft.com/office/drawing/2014/main" val="37791750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프로젝트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Y2V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LIN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통신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개발 검증 중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물리적 통신 에러 없이 송수신 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Architecture Sequence Diagram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초안 작성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Scenario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추가 중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(sensing,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diag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추가 중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X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SX3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특별한 이슈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X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XV1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특별한 이슈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X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703407"/>
                  </a:ext>
                </a:extLst>
              </a:tr>
              <a:tr h="262459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5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887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6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633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7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70126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j-lt"/>
                <a:ea typeface="+mn-ea"/>
              </a:rPr>
              <a:t> </a:t>
            </a:r>
            <a:r>
              <a:rPr lang="ko-KR" altLang="en-US" sz="2100" b="1" dirty="0" err="1" smtClean="0">
                <a:latin typeface="+mj-lt"/>
                <a:ea typeface="+mn-ea"/>
              </a:rPr>
              <a:t>조현진</a:t>
            </a:r>
            <a:endParaRPr lang="ko-KR" altLang="en-US" sz="2100" b="1" dirty="0">
              <a:latin typeface="+mj-lt"/>
              <a:ea typeface="+mn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67544" y="5589240"/>
            <a:ext cx="828092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latin typeface="+mj-lt"/>
              </a:rPr>
              <a:t>한번 작성되어진 프로젝트 내용이나 이슈 사항은 완료 될때까지 항목 삭제 안되며</a:t>
            </a:r>
            <a:r>
              <a:rPr lang="en-US" altLang="ko-KR" smtClean="0">
                <a:latin typeface="+mj-lt"/>
              </a:rPr>
              <a:t>, </a:t>
            </a:r>
            <a:r>
              <a:rPr lang="ko-KR" altLang="en-US" smtClean="0">
                <a:latin typeface="+mj-lt"/>
              </a:rPr>
              <a:t>완료 확인 이후 리스트에서 제거 </a:t>
            </a:r>
            <a:endParaRPr lang="ko-KR" altLang="en-US">
              <a:latin typeface="+mj-lt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43123" y="14561"/>
            <a:ext cx="4392488" cy="44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r>
              <a:rPr lang="en-US" altLang="ko-KR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생각을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바꾸고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연구소를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다시 만든다</a:t>
            </a:r>
            <a:r>
              <a:rPr lang="ko-KR" altLang="en-US" dirty="0" smtClean="0">
                <a:latin typeface="+mj-lt"/>
              </a:rPr>
              <a:t> </a:t>
            </a:r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endParaRPr lang="ko-KR" altLang="en-US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26393</TotalTime>
  <Words>63</Words>
  <Application>Microsoft Office PowerPoint</Application>
  <PresentationFormat>화면 슬라이드 쇼(4:3)</PresentationFormat>
  <Paragraphs>30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굴림</vt:lpstr>
      <vt:lpstr>맑은 고딕</vt:lpstr>
      <vt:lpstr>Arial</vt:lpstr>
      <vt:lpstr>Lucida Sans Unicode</vt:lpstr>
      <vt:lpstr>Verdana</vt:lpstr>
      <vt:lpstr>Wingdings</vt:lpstr>
      <vt:lpstr>제안서 템플릿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6472</cp:revision>
  <dcterms:created xsi:type="dcterms:W3CDTF">2019-10-24T04:42:23Z</dcterms:created>
  <dcterms:modified xsi:type="dcterms:W3CDTF">2026-03-11T08:16:27Z</dcterms:modified>
  <cp:version/>
</cp:coreProperties>
</file>