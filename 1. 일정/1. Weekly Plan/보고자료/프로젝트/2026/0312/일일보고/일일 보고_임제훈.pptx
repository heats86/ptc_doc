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86" d="100"/>
          <a:sy n="86" d="100"/>
        </p:scale>
        <p:origin x="1502" y="67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952535"/>
              </p:ext>
            </p:extLst>
          </p:nvPr>
        </p:nvGraphicFramePr>
        <p:xfrm>
          <a:off x="107504" y="764705"/>
          <a:ext cx="8928993" cy="471579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NQ6e Proto LHD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27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한온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납품 예정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이제창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사원 확인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LHD 31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Proto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LHD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파일럿부터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RHD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추가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정우헌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NQ6e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 제작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 완료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수량 요청 완료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이제창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사원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NQ6e LHD, RHD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제어부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쪽이 드라이버 존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(NX5e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정우헌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NX5e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샤시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와이어만 다름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2.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-40℃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포인트 체크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값 마다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듀티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(PTC,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TempSensor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저항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유효 대기 시간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95%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부터 체크 시작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cut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duty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찾기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유효 대기 시간 조절 해서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가능한지 확인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블로워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동작 후 무풍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무풍 시작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RPM 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이하로 틀어서 시작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Duty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확인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구간 확인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야간 진행 예정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 제작 지연 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시간 촉박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20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영향성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8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정상 동작 확인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무풍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 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듀티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블로워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가변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정상 동작 확인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무풍 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 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듀티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70.5%,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76%, 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81%, 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85.5%, 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단부터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 ~ 95%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err="1" smtClean="0">
                <a:latin typeface="+mn-ea"/>
                <a:ea typeface="+mn-ea"/>
              </a:rPr>
              <a:t>임제훈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26384</TotalTime>
  <Words>305</Words>
  <Application>Microsoft Office PowerPoint</Application>
  <PresentationFormat>화면 슬라이드 쇼(4:3)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6473</cp:revision>
  <dcterms:created xsi:type="dcterms:W3CDTF">2019-10-24T04:42:23Z</dcterms:created>
  <dcterms:modified xsi:type="dcterms:W3CDTF">2026-03-11T08:45:55Z</dcterms:modified>
  <cp:version/>
</cp:coreProperties>
</file>