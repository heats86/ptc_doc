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76" d="100"/>
          <a:sy n="76" d="100"/>
        </p:scale>
        <p:origin x="1554" y="8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932823"/>
              </p:ext>
            </p:extLst>
          </p:nvPr>
        </p:nvGraphicFramePr>
        <p:xfrm>
          <a:off x="251520" y="764705"/>
          <a:ext cx="8280919" cy="4049775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0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12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아이템명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939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77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75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20339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63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7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70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8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291396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>
                <a:latin typeface="+mn-ea"/>
                <a:ea typeface="+mn-ea"/>
              </a:rPr>
              <a:t>  </a:t>
            </a:r>
            <a:r>
              <a:rPr lang="ko-KR" altLang="en-US" sz="2100" b="1" smtClean="0">
                <a:latin typeface="+mn-ea"/>
                <a:ea typeface="+mn-ea"/>
              </a:rPr>
              <a:t>이름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67544" y="5589240"/>
            <a:ext cx="828092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한번 작성되어진 프로젝트 내용이나 이슈 사항은 완료 될때까지 항목 삭제 안되며</a:t>
            </a:r>
            <a:r>
              <a:rPr lang="en-US" altLang="ko-KR" smtClean="0"/>
              <a:t>, </a:t>
            </a:r>
            <a:r>
              <a:rPr lang="ko-KR" altLang="en-US" smtClean="0"/>
              <a:t>완료 확인 이후 리스트에서 제거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26348</TotalTime>
  <Words>51</Words>
  <Application>Microsoft Office PowerPoint</Application>
  <PresentationFormat>화면 슬라이드 쇼(4:3)</PresentationFormat>
  <Paragraphs>24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6464</cp:revision>
  <dcterms:created xsi:type="dcterms:W3CDTF">2019-10-24T04:42:23Z</dcterms:created>
  <dcterms:modified xsi:type="dcterms:W3CDTF">2026-03-11T06:45:36Z</dcterms:modified>
  <cp:version/>
</cp:coreProperties>
</file>