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embedTrueTypeFonts="1" saveSubsetFonts="1">
  <p:sldMasterIdLst>
    <p:sldMasterId id="2147483709" r:id="rId1"/>
  </p:sldMasterIdLst>
  <p:notesMasterIdLst>
    <p:notesMasterId r:id="rId21"/>
  </p:notesMasterIdLst>
  <p:handoutMasterIdLst>
    <p:handoutMasterId r:id="rId22"/>
  </p:handoutMasterIdLst>
  <p:sldIdLst>
    <p:sldId id="1014" r:id="rId2"/>
    <p:sldId id="1012" r:id="rId3"/>
    <p:sldId id="1010" r:id="rId4"/>
    <p:sldId id="958" r:id="rId5"/>
    <p:sldId id="997" r:id="rId6"/>
    <p:sldId id="998" r:id="rId7"/>
    <p:sldId id="994" r:id="rId8"/>
    <p:sldId id="1004" r:id="rId9"/>
    <p:sldId id="1000" r:id="rId10"/>
    <p:sldId id="1001" r:id="rId11"/>
    <p:sldId id="1002" r:id="rId12"/>
    <p:sldId id="1003" r:id="rId13"/>
    <p:sldId id="1006" r:id="rId14"/>
    <p:sldId id="1007" r:id="rId15"/>
    <p:sldId id="1016" r:id="rId16"/>
    <p:sldId id="1008" r:id="rId17"/>
    <p:sldId id="1009" r:id="rId18"/>
    <p:sldId id="1011" r:id="rId19"/>
    <p:sldId id="1015" r:id="rId20"/>
  </p:sldIdLst>
  <p:sldSz cx="9144000" cy="6858000" type="screen4x3"/>
  <p:notesSz cx="6802438" cy="9934575"/>
  <p:embeddedFontLst>
    <p:embeddedFont>
      <p:font typeface="굴림" panose="020B0600000101010101" pitchFamily="34" charset="-127"/>
      <p:regular r:id="rId23"/>
    </p:embeddedFont>
    <p:embeddedFont>
      <p:font typeface="Verdana" panose="020B0604030504040204" pitchFamily="34" charset="0"/>
      <p:regular r:id="rId24"/>
      <p:bold r:id="rId25"/>
      <p:italic r:id="rId26"/>
      <p:boldItalic r:id="rId27"/>
    </p:embeddedFont>
    <p:embeddedFont>
      <p:font typeface="현대하모니 M" panose="02020603020101020101" pitchFamily="18" charset="-127"/>
      <p:regular r:id="rId28"/>
    </p:embeddedFont>
    <p:embeddedFont>
      <p:font typeface="맑은 고딕" panose="020B0503020000020004" pitchFamily="34" charset="-127"/>
      <p:regular r:id="rId29"/>
      <p:bold r:id="rId30"/>
    </p:embeddedFont>
    <p:embeddedFont>
      <p:font typeface="Lucida Sans Unicode" panose="020B0602030504020204" pitchFamily="34" charset="0"/>
      <p:regular r:id="rId31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02" autoAdjust="0"/>
    <p:restoredTop sz="94813" autoAdjust="0"/>
  </p:normalViewPr>
  <p:slideViewPr>
    <p:cSldViewPr snapToObjects="1">
      <p:cViewPr varScale="1">
        <p:scale>
          <a:sx n="163" d="100"/>
          <a:sy n="163" d="100"/>
        </p:scale>
        <p:origin x="4488" y="138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2025-12-04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2025-12-04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93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30998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067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73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910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76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1575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39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97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152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76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7040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9497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1580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637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4969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55839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C94E65-097A-4CA0-B953-83BB7887CD73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331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762476"/>
              </p:ext>
            </p:extLst>
          </p:nvPr>
        </p:nvGraphicFramePr>
        <p:xfrm>
          <a:off x="215899" y="616619"/>
          <a:ext cx="8676581" cy="5056552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030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34305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999815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14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02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BJ1</a:t>
                      </a:r>
                      <a:r>
                        <a:rPr lang="en-US" altLang="ko-KR" sz="1000" b="0" kern="1200" baseline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좌우 온도 편차 </a:t>
                      </a:r>
                      <a:r>
                        <a:rPr lang="en-US" altLang="ko-KR" sz="1000" b="0" kern="1200" baseline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000" b="0" kern="1200" baseline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편차 대응 종료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최종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OK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(12/5)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25/7/15 ~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BJ1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5568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MX5a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성능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 튜닝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기구 변경 사항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: Stone (190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R/T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커브 기울기 조정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산수 최대 증대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S/W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시료 입수 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(12/18)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10/31 ~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HMC </a:t>
                      </a: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err="1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사양배포</a:t>
                      </a: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오류</a:t>
                      </a: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b="0" kern="1200" dirty="0" err="1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MVa</a:t>
                      </a:r>
                      <a:r>
                        <a:rPr lang="en-US" altLang="ko-KR" sz="1000" b="0" kern="1200" baseline="0" dirty="0">
                          <a:solidFill>
                            <a:srgbClr val="0000FF"/>
                          </a:solidFill>
                          <a:latin typeface="맑은 고딕"/>
                          <a:ea typeface="+mn-ea"/>
                          <a:cs typeface="+mn-cs"/>
                        </a:rPr>
                        <a:t> CO)</a:t>
                      </a: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NX5e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ES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(~12/5)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- ES95480-00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사양서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(~12/5)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- ES95411-00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평가 사양서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(~12/5)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요구사항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/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보안 사양서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/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사양 변경 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PTC Stone TC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160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165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-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정격 전압 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360V  351V</a:t>
                      </a: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- HV OV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403.2V  413V</a:t>
                      </a: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- Linear Max Watt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7,200W  7,000W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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시료 입수 일자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12/12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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기구 사양 변경에 따른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P1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납품용 제작 시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Rewriting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: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수량 총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300EA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(LHD 150EA, RHD 150EA)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210715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ko-KR" altLang="en-US" sz="2100" b="1" dirty="0">
                <a:latin typeface="+mn-ea"/>
                <a:ea typeface="+mn-ea"/>
              </a:rPr>
              <a:t> 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987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698963"/>
              </p:ext>
            </p:extLst>
          </p:nvPr>
        </p:nvGraphicFramePr>
        <p:xfrm>
          <a:off x="215899" y="556175"/>
          <a:ext cx="8676581" cy="5988021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15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93352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726008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714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473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12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5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4Way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Valve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오픈되어진 이슈 외 요구 사항대비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상이한 부분 다수 발생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상태 관리가 요구 사항과 전혀 일치 하지 않아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(11/23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이내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ES253EE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 사항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SysRS, SysADS, SysTP, SwTP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daily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완료시 까지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명화 공업에서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ES253EE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산출물 제출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12/1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Draft Version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산출물 배포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12/1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S/W Release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버전으로 배포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12/5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- SysQT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시험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12/10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건우 솔루션 비용 현금 지급 요청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056622"/>
                  </a:ext>
                </a:extLst>
              </a:tr>
              <a:tr h="16351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6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JG1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 프로그램 선 배포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대영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베트남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(11/12~)            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 배포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완제품 평택공장 입고일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12/12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기능 테스트 완료 하여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개선 시 평택 공장 방문하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Rewriting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 수량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1,840EA)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2</a:t>
                      </a:r>
                      <a:r>
                        <a:rPr kumimoji="1" lang="ko-KR" altLang="en-US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번 이슈 해결 후 적용 하여 대응</a:t>
                      </a: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3</a:t>
                      </a:r>
                      <a:r>
                        <a:rPr kumimoji="1" lang="ko-KR" altLang="en-US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번 이슈는 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P2 </a:t>
                      </a:r>
                      <a:r>
                        <a:rPr kumimoji="1" lang="ko-KR" altLang="en-US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두번째 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LOT </a:t>
                      </a:r>
                      <a:r>
                        <a:rPr kumimoji="1" lang="ko-KR" altLang="en-US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 적용 예정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JG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RS4PE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차량에서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Stall 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 이슈 접수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[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검토 결과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RS4PE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내연기관 차량에서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Stall 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시동 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B+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전압 강하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(12V  6~7V)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 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Stall 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대책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2P Cal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 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Stall 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감지 로직 변경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(Stall 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감지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500ms  Stall 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재 감지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회 반복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스토퍼 파손에 따른 토크 조절 검토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토크 조절시 온도별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전압별 발생 되어지는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Side Effect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발생함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에 따라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수차례의 반복 테스트 필요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(P2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두번째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LOT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 적용 예정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상기 건 설명 위한 한온 방문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(12/4)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960066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9999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2816709" y="3068960"/>
            <a:ext cx="380597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buNone/>
              <a:defRPr/>
            </a:pPr>
            <a:r>
              <a:rPr lang="en-US" altLang="ko-KR" sz="4000" b="1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Air PTC Heater</a:t>
            </a:r>
            <a:endParaRPr kumimoji="1" lang="en-US" altLang="ko-KR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6329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838389"/>
              </p:ext>
            </p:extLst>
          </p:nvPr>
        </p:nvGraphicFramePr>
        <p:xfrm>
          <a:off x="47211" y="764704"/>
          <a:ext cx="9073008" cy="5575299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76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6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후속 진행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타 프로젝트 진행에 따른 지연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SPQA Unit Detail Design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97%)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SWE2, SWE3, S/W TEST Result ALM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병행 등록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(~11/21)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SX3 Forword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진행에 따른 업무 과부하로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QV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프로젝트는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미흡한 내용 작성 및 최종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기준으로 작업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SPQA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후속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536" y="725795"/>
            <a:ext cx="24729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25.07.05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25.03.15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25.11.15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Pre 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517707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536961"/>
              </p:ext>
            </p:extLst>
          </p:nvPr>
        </p:nvGraphicFramePr>
        <p:xfrm>
          <a:off x="11059" y="536956"/>
          <a:ext cx="9097445" cy="577236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978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7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사이버보안 시큐리티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오적용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문제 발생</a:t>
                      </a:r>
                      <a:endParaRPr lang="ko-KR" altLang="en-US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12/2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1,190EA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삼익전자 완료품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600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EA,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일렉스 납품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590EA)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사유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MCU Writing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환경설정에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SVm S/W Writing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설계변경통보 시 생산 시 주의 문구를 남겼음에도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현 문제점 발생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해결방법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품질팀에서는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“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사용할 수 없다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통보함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Surge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내성 진행 계획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QV, BJ1, SVm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서지 내성 재평가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(12/11)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(BJ1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SVm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내성에 열세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동일 제품인데 왜 다른가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?)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9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6653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26.03.30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26.06.30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25.06.30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4886683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302428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평가 최종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OK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(12/5)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71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25.04.15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7359304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190003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난방 성능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 튜닝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기구 변경 사항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: Stone (190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R/T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커브 기울기 조정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핀 산수 최대 증대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S/W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시료 입수 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(12/18)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876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26.04.01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26.10.01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27.04.15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26.02.15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752229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49629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endParaRPr lang="ko-KR" altLang="en-US" sz="1000" b="0" i="0" kern="120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356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6302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579179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ES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 진행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ES90700-02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고속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12/5)</a:t>
                      </a:r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- ES95480-00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고속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CAN(HSCAN)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사양서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12/5)</a:t>
                      </a:r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ES95411-00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소프트웨어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사양서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12/5)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ES95489-24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보안 취약점 검증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요구사항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ES95489-21 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</a:t>
                      </a:r>
                      <a:r>
                        <a:rPr lang="ko-KR" altLang="en-US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보안 사양서</a:t>
                      </a:r>
                      <a:r>
                        <a:rPr lang="en-US" altLang="ko-KR" sz="10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/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사양 변경 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PTC Stone TC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160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165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-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정격 전압 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360V  351V</a:t>
                      </a: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- HV OV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403.2V  413V</a:t>
                      </a: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- Linear Max Watt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7,200W  7,000W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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 시료 입수 일자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12/12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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기구 사양 변경에 따른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P1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납품용 제작시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Rewriting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: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수량 총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300EA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(LHD 150EA, RHD 150EA)</a:t>
                      </a:r>
                    </a:p>
                    <a:p>
                      <a:pPr latinLnBrk="0"/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</a:t>
                      </a:r>
                    </a:p>
                    <a:p>
                      <a:pPr latinLnBrk="0"/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endParaRPr lang="en-US" altLang="ko-KR" sz="1000" b="0" i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w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4083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25.06.01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26.08.15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27.05.01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1970254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49645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019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24.06.01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24.10.15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25.05.01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25.07.15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24.08.31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79909156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351623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2843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24.12.15</a:t>
              </a: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25.09.30</a:t>
              </a: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26.02.15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26.02.01</a:t>
              </a: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26.04.20</a:t>
              </a: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25.05.01</a:t>
              </a: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25.11.15</a:t>
              </a: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/>
              <a:t>RHD</a:t>
            </a:r>
            <a:endParaRPr lang="ko-KR" altLang="en-US"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/>
              <a:t>LHD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00561612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06639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LIN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스펙 최종 확인 진행 중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고객사로 현재까지 협의된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 SPEC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(11/26)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842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Maruti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Suzuki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오세영 수석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-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16305398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442885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45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6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kumimoji="0" lang="en-US" altLang="ko-KR" sz="16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17727544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530349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HE1i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26.5.15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26.11.1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97098580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16352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XV1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98065836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3707904" y="3140968"/>
            <a:ext cx="206492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buNone/>
              <a:defRPr/>
            </a:pPr>
            <a:r>
              <a:rPr lang="en-US" altLang="ko-KR" sz="4000" b="1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MOTOR</a:t>
            </a:r>
            <a:endParaRPr kumimoji="1" lang="en-US" altLang="ko-KR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13597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162010"/>
              </p:ext>
            </p:extLst>
          </p:nvPr>
        </p:nvGraphicFramePr>
        <p:xfrm>
          <a:off x="11059" y="536956"/>
          <a:ext cx="9097445" cy="612049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P2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용 프로그램 선 배포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대영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 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베트남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생산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(11/12~)            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 배포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(11/12)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P2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완제품 평택공장 입고일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12/12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기능 테스트 완료 하여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개선 시 평택 공장 방문하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Rewriting 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 수량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1,840EA)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</a:t>
                      </a:r>
                      <a:r>
                        <a:rPr kumimoji="1" lang="ko-KR" altLang="en-US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번 </a:t>
                      </a:r>
                      <a:r>
                        <a:rPr kumimoji="1" lang="ko-KR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이슈 해결 후 적용 </a:t>
                      </a:r>
                      <a:r>
                        <a:rPr kumimoji="1" lang="ko-KR" altLang="en-US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하여 </a:t>
                      </a:r>
                      <a:r>
                        <a:rPr kumimoji="1" lang="ko-KR" altLang="en-US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대응</a:t>
                      </a: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3</a:t>
                      </a:r>
                      <a:r>
                        <a:rPr kumimoji="1" lang="ko-KR" altLang="en-US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번 이슈는 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P2 </a:t>
                      </a:r>
                      <a:r>
                        <a:rPr kumimoji="1" lang="ko-KR" altLang="en-US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두번째 </a:t>
                      </a: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LOT </a:t>
                      </a:r>
                      <a:r>
                        <a:rPr kumimoji="1" lang="ko-KR" altLang="en-US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 적용 예정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RS4PE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차량에서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Stall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 이슈 접수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[1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검토 결과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RS4PE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내연기관 차량에서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Stall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시동 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B+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전압 강하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(12V  6~7V)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 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Stall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내부에서 재현하여 원인 분석 진행 예정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11/20~21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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대책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: 2P Cal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 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Stall 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감지 로직 변경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(Stall 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감지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500ms  Stall Fault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재 감지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회 반복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스토퍼 파손에 따른 토크 조절 검토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토크 조절시 온도별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전압별 발생 되어지는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Side Effect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발생함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에 따라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수차례의 반복 테스트 필요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(P2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두번째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LOT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 적용 예정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요청에 따른 시험 진행</a:t>
                      </a:r>
                      <a:endParaRPr kumimoji="1" lang="en-US" altLang="ko-KR" sz="10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JG</a:t>
            </a:r>
            <a:endParaRPr lang="en-US" altLang="ko-KR" sz="1600" b="1" noProof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최은혁 전임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20355"/>
            <a:chOff x="0" y="134593"/>
            <a:chExt cx="604837" cy="496731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19163"/>
            <a:chOff x="0" y="135732"/>
            <a:chExt cx="604837" cy="495592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26.1.15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8" name="그룹 16"/>
          <p:cNvGrpSpPr>
            <a:grpSpLocks noChangeAspect="1"/>
          </p:cNvGrpSpPr>
          <p:nvPr/>
        </p:nvGrpSpPr>
        <p:grpSpPr bwMode="auto">
          <a:xfrm>
            <a:off x="7516839" y="542753"/>
            <a:ext cx="1045724" cy="519163"/>
            <a:chOff x="0" y="135732"/>
            <a:chExt cx="604837" cy="495592"/>
          </a:xfrm>
        </p:grpSpPr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26.3.15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46" name="위쪽 화살표 45"/>
          <p:cNvSpPr>
            <a:spLocks noChangeArrowheads="1"/>
          </p:cNvSpPr>
          <p:nvPr/>
        </p:nvSpPr>
        <p:spPr bwMode="auto">
          <a:xfrm rot="10800000">
            <a:off x="7979947" y="71761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72850384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47333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(11/28~12/04)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(12/05~12/11)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미해결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7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 검토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 후 내용 정리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하여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전달하여 </a:t>
                      </a: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SysRS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수정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건우 솔루션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11/25)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미해결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건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고장 로그저장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MCU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고장 진단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 장기 이슈로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명화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오픈되어진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이슈 외 요구 사항대비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상이한 부분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다수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S/W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고장 진단 로직 수정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 조건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복귀 조건이 기존의 고장진단표와 일치 하지 않아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고장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진단로직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재 평가 후 수정 진행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ES253EE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 사항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SysRS, SysADS, SysTP, SwTP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daily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완료시 까지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명화 공업에서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ES253EE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산출물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제출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11/21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Draft Version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산출물 배포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12/1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S/W Release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버전으로 배포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12/5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SysQT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시험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12/10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ES253EE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심사일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- 12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  - 1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 진행 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12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 진행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4WayValve</a:t>
            </a:r>
            <a:endParaRPr lang="en-US" altLang="ko-KR" sz="1600" b="1" noProof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김강일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25.8.1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27.2.1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216104"/>
              </p:ext>
            </p:extLst>
          </p:nvPr>
        </p:nvGraphicFramePr>
        <p:xfrm>
          <a:off x="2412134" y="1628800"/>
          <a:ext cx="657504" cy="5547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0" name="워크시트" showAsIcon="1" r:id="rId4" imgW="914400" imgH="771480" progId="Excel.Sheet.12">
                  <p:embed/>
                </p:oleObj>
              </mc:Choice>
              <mc:Fallback>
                <p:oleObj name="워크시트" showAsIcon="1" r:id="rId4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12134" y="1628800"/>
                        <a:ext cx="657504" cy="5547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610856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/>
          </p:cNvSpPr>
          <p:nvPr/>
        </p:nvSpPr>
        <p:spPr bwMode="auto">
          <a:xfrm>
            <a:off x="176506" y="7775"/>
            <a:ext cx="6879981" cy="468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8400" tIns="44200" rIns="88400" bIns="44200" anchor="ctr"/>
          <a:lstStyle/>
          <a:p>
            <a:pPr algn="l"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EV Heater SW2</a:t>
            </a:r>
            <a:r>
              <a:rPr lang="ko-KR" altLang="en-US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팀 업무분장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73478"/>
              </p:ext>
            </p:extLst>
          </p:nvPr>
        </p:nvGraphicFramePr>
        <p:xfrm>
          <a:off x="3203848" y="639727"/>
          <a:ext cx="2592288" cy="99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오세영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팀장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팀 관리 업무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. Air PTC SW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 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 - Suzuki, VX3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Act’r/Valve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3285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513406"/>
              </p:ext>
            </p:extLst>
          </p:nvPr>
        </p:nvGraphicFramePr>
        <p:xfrm>
          <a:off x="1122973" y="3854911"/>
          <a:ext cx="1907290" cy="119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6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임제훈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216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SVm, BJ1, NX5e, HE1i,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  AY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SU2i, KY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44876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240663"/>
              </p:ext>
            </p:extLst>
          </p:nvPr>
        </p:nvGraphicFramePr>
        <p:xfrm>
          <a:off x="1122973" y="2530955"/>
          <a:ext cx="1907290" cy="1126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5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조현진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전임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0622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SX3e, NEaW, MX5a, QV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MVa, Nea, Mea, Cva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952399"/>
              </p:ext>
            </p:extLst>
          </p:nvPr>
        </p:nvGraphicFramePr>
        <p:xfrm>
          <a:off x="5977078" y="2516911"/>
          <a:ext cx="1907290" cy="100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79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최은혁 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22984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Actuator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JG1, RS4PE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cxnSp>
        <p:nvCxnSpPr>
          <p:cNvPr id="17" name="꺾인 연결선 16"/>
          <p:cNvCxnSpPr>
            <a:stCxn id="8" idx="0"/>
            <a:endCxn id="7" idx="2"/>
          </p:cNvCxnSpPr>
          <p:nvPr/>
        </p:nvCxnSpPr>
        <p:spPr bwMode="auto">
          <a:xfrm rot="5400000" flipH="1" flipV="1">
            <a:off x="4049548" y="2075948"/>
            <a:ext cx="900635" cy="524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꺾인 연결선 17"/>
          <p:cNvCxnSpPr>
            <a:stCxn id="14" idx="0"/>
            <a:endCxn id="7" idx="2"/>
          </p:cNvCxnSpPr>
          <p:nvPr/>
        </p:nvCxnSpPr>
        <p:spPr bwMode="auto">
          <a:xfrm rot="16200000" flipV="1">
            <a:off x="5272277" y="858464"/>
            <a:ext cx="888659" cy="242823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꺾인 연결선 18"/>
          <p:cNvCxnSpPr>
            <a:stCxn id="13" idx="0"/>
            <a:endCxn id="7" idx="2"/>
          </p:cNvCxnSpPr>
          <p:nvPr/>
        </p:nvCxnSpPr>
        <p:spPr bwMode="auto">
          <a:xfrm rot="5400000" flipH="1" flipV="1">
            <a:off x="2838201" y="866669"/>
            <a:ext cx="902704" cy="2425870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274422"/>
              </p:ext>
            </p:extLst>
          </p:nvPr>
        </p:nvGraphicFramePr>
        <p:xfrm>
          <a:off x="5977078" y="3854911"/>
          <a:ext cx="1907290" cy="116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572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김강일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912057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- 4Way/6Way Valve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831328"/>
              </p:ext>
            </p:extLst>
          </p:nvPr>
        </p:nvGraphicFramePr>
        <p:xfrm>
          <a:off x="3537752" y="2531619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김진겸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Air PTC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Motor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ES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987824" y="6381908"/>
            <a:ext cx="3329758" cy="21544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800" b="1" dirty="0"/>
              <a:t>* 26</a:t>
            </a:r>
            <a:r>
              <a:rPr lang="ko-KR" altLang="en-US" sz="800" b="1" dirty="0"/>
              <a:t>년 현대 </a:t>
            </a:r>
            <a:r>
              <a:rPr lang="en-US" altLang="ko-KR" sz="800" b="1" dirty="0"/>
              <a:t>2</a:t>
            </a:r>
            <a:r>
              <a:rPr lang="ko-KR" altLang="en-US" sz="800" b="1" dirty="0" err="1"/>
              <a:t>챔버</a:t>
            </a:r>
            <a:r>
              <a:rPr lang="ko-KR" altLang="en-US" sz="800" b="1" dirty="0"/>
              <a:t> </a:t>
            </a:r>
            <a:r>
              <a:rPr lang="ko-KR" altLang="en-US" sz="800" b="1" dirty="0" err="1"/>
              <a:t>수가열</a:t>
            </a:r>
            <a:r>
              <a:rPr lang="ko-KR" altLang="en-US" sz="800" b="1" dirty="0"/>
              <a:t> 히터</a:t>
            </a:r>
            <a:r>
              <a:rPr lang="en-US" altLang="ko-KR" sz="800" b="1" dirty="0"/>
              <a:t>/ Ford Air PTC </a:t>
            </a:r>
            <a:r>
              <a:rPr lang="ko-KR" altLang="en-US" sz="800" b="1" dirty="0"/>
              <a:t>수주 시 충원 </a:t>
            </a:r>
            <a:r>
              <a:rPr lang="en-US" altLang="ko-KR" sz="800" b="1" dirty="0"/>
              <a:t>2</a:t>
            </a:r>
            <a:r>
              <a:rPr lang="ko-KR" altLang="en-US" sz="800" b="1" dirty="0"/>
              <a:t>명 계획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122973" y="5121559"/>
            <a:ext cx="189968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PTC</a:t>
            </a:r>
            <a:endParaRPr lang="ko-KR" altLang="en-US" sz="1200"/>
          </a:p>
        </p:txBody>
      </p:sp>
      <p:sp>
        <p:nvSpPr>
          <p:cNvPr id="20" name="직사각형 19"/>
          <p:cNvSpPr/>
          <p:nvPr/>
        </p:nvSpPr>
        <p:spPr>
          <a:xfrm>
            <a:off x="5977078" y="5113551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Motor</a:t>
            </a:r>
            <a:endParaRPr lang="ko-KR" altLang="en-US" sz="1200"/>
          </a:p>
        </p:txBody>
      </p:sp>
      <p:sp>
        <p:nvSpPr>
          <p:cNvPr id="21" name="직사각형 20"/>
          <p:cNvSpPr/>
          <p:nvPr/>
        </p:nvSpPr>
        <p:spPr>
          <a:xfrm>
            <a:off x="3537752" y="5117903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공통업무</a:t>
            </a: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2793394040"/>
      </p:ext>
    </p:extLst>
  </p:cSld>
  <p:clrMapOvr>
    <a:masterClrMapping/>
  </p:clrMapOvr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17295</TotalTime>
  <Words>2190</Words>
  <Application>Microsoft Office PowerPoint</Application>
  <PresentationFormat>화면 슬라이드 쇼(4:3)</PresentationFormat>
  <Paragraphs>555</Paragraphs>
  <Slides>19</Slides>
  <Notes>18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굴림</vt:lpstr>
      <vt:lpstr>Verdana</vt:lpstr>
      <vt:lpstr>현대하모니 M</vt:lpstr>
      <vt:lpstr>맑은 고딕</vt:lpstr>
      <vt:lpstr>Lucida Sans Unicode</vt:lpstr>
      <vt:lpstr>Wingdings</vt:lpstr>
      <vt:lpstr>Arial</vt:lpstr>
      <vt:lpstr>제안서 템플릿</vt:lpstr>
      <vt:lpstr>워크시트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6305</cp:revision>
  <dcterms:created xsi:type="dcterms:W3CDTF">2019-10-24T04:42:23Z</dcterms:created>
  <dcterms:modified xsi:type="dcterms:W3CDTF">2025-12-03T23:39:41Z</dcterms:modified>
  <cp:version/>
</cp:coreProperties>
</file>