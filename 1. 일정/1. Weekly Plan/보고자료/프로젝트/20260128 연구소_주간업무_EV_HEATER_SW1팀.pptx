
<file path=[Content_Types].xml><?xml version="1.0" encoding="utf-8"?>
<Types xmlns="http://schemas.openxmlformats.org/package/2006/content-types">
  <Default Extension="emf" ContentType="image/x-emf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2"/>
  </p:notesMasterIdLst>
  <p:handoutMasterIdLst>
    <p:handoutMasterId r:id="rId23"/>
  </p:handoutMasterIdLst>
  <p:sldIdLst>
    <p:sldId id="947" r:id="rId2"/>
    <p:sldId id="1137" r:id="rId3"/>
    <p:sldId id="1170" r:id="rId4"/>
    <p:sldId id="1171" r:id="rId5"/>
    <p:sldId id="1151" r:id="rId6"/>
    <p:sldId id="1152" r:id="rId7"/>
    <p:sldId id="1153" r:id="rId8"/>
    <p:sldId id="1163" r:id="rId9"/>
    <p:sldId id="1155" r:id="rId10"/>
    <p:sldId id="1156" r:id="rId11"/>
    <p:sldId id="1158" r:id="rId12"/>
    <p:sldId id="1159" r:id="rId13"/>
    <p:sldId id="1160" r:id="rId14"/>
    <p:sldId id="1161" r:id="rId15"/>
    <p:sldId id="1162" r:id="rId16"/>
    <p:sldId id="1165" r:id="rId17"/>
    <p:sldId id="1166" r:id="rId18"/>
    <p:sldId id="1167" r:id="rId19"/>
    <p:sldId id="1168" r:id="rId20"/>
    <p:sldId id="1164" r:id="rId21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0"/>
            <p14:sldId id="1171"/>
          </p14:sldIdLst>
        </p14:section>
        <p14:section name="Air PTC" id="{B956D88F-70E2-4349-B8DC-375A4283FAA0}">
          <p14:sldIdLst>
            <p14:sldId id="1151"/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68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7" autoAdjust="0"/>
    <p:restoredTop sz="96378" autoAdjust="0"/>
  </p:normalViewPr>
  <p:slideViewPr>
    <p:cSldViewPr snapToObjects="1">
      <p:cViewPr varScale="1">
        <p:scale>
          <a:sx n="154" d="100"/>
          <a:sy n="154" d="100"/>
        </p:scale>
        <p:origin x="1324" y="8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09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222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PowerPoint_Presentation.pptx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PowerPoint_Presentation2.pptx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6512" y="6232046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2026.01.28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33864"/>
              </p:ext>
            </p:extLst>
          </p:nvPr>
        </p:nvGraphicFramePr>
        <p:xfrm>
          <a:off x="251520" y="980728"/>
          <a:ext cx="8676581" cy="578361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PTC &lt;-&gt; ATCU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P1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및 전체 기능 시험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재진행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완료 후 차주 진행 일정 조율 예정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Proto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냉각수 온도에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되어야함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하이브리드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차량 정보를 추가하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설계 담당자 미 회신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매일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차례 전화 하였으나 통화불가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는 안전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동작 되도록 적용 후 납품 한다는 메일 송부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(1/25)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1/28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및 직원 교육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제출일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58402"/>
              </p:ext>
            </p:extLst>
          </p:nvPr>
        </p:nvGraphicFramePr>
        <p:xfrm>
          <a:off x="251520" y="980728"/>
          <a:ext cx="8676581" cy="352364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토크 감소 측정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</a:t>
                      </a:r>
                      <a:r>
                        <a:rPr lang="ko-KR" altLang="en-US" sz="1000" dirty="0"/>
                        <a:t>전압별 </a:t>
                      </a:r>
                      <a:r>
                        <a:rPr lang="en-US" altLang="ko-KR" sz="1000" dirty="0"/>
                        <a:t>(9V</a:t>
                      </a:r>
                      <a:r>
                        <a:rPr lang="en-US" altLang="ko-KR" sz="1000" baseline="0" dirty="0"/>
                        <a:t> ~ 16V)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온도별 </a:t>
                      </a:r>
                      <a:r>
                        <a:rPr lang="en-US" altLang="ko-KR" sz="1000" dirty="0"/>
                        <a:t>(-40</a:t>
                      </a:r>
                      <a:r>
                        <a:rPr lang="ko-KR" altLang="en-US" sz="1000" dirty="0"/>
                        <a:t>도 </a:t>
                      </a:r>
                      <a:r>
                        <a:rPr lang="en-US" altLang="ko-KR" sz="1000" dirty="0"/>
                        <a:t>~ 80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에서 동작 토크 변경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</a:t>
                      </a:r>
                      <a:r>
                        <a:rPr lang="ko-KR" altLang="en-US" sz="1000" baseline="0" dirty="0"/>
                        <a:t>상온</a:t>
                      </a:r>
                      <a:r>
                        <a:rPr lang="en-US" altLang="ko-KR" sz="1000" baseline="0" dirty="0"/>
                        <a:t>, 0</a:t>
                      </a:r>
                      <a:r>
                        <a:rPr lang="ko-KR" altLang="en-US" sz="1000" baseline="0" dirty="0"/>
                        <a:t>도</a:t>
                      </a:r>
                      <a:r>
                        <a:rPr lang="en-US" altLang="ko-KR" sz="1000" baseline="0" dirty="0"/>
                        <a:t>, -45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85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4.5,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- Step </a:t>
                      </a:r>
                      <a:r>
                        <a:rPr lang="ko-KR" altLang="en-US" sz="1000" baseline="0" dirty="0"/>
                        <a:t>모터 최소 동작 전류 </a:t>
                      </a:r>
                      <a:r>
                        <a:rPr lang="en-US" altLang="ko-KR" sz="1000" baseline="0" dirty="0"/>
                        <a:t>160mA </a:t>
                      </a:r>
                      <a:r>
                        <a:rPr lang="ko-KR" altLang="en-US" sz="1000" baseline="0" dirty="0"/>
                        <a:t>기준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튜닝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-40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도 구간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14.5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토크 특정 시료에서 발생으로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한온과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 크로스 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가 진행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(~1/30)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정확도 튜닝 진행 </a:t>
                      </a:r>
                      <a:r>
                        <a:rPr lang="en-US" altLang="ko-KR" sz="1000" dirty="0"/>
                        <a:t>(~1/29)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- 50%</a:t>
                      </a:r>
                      <a:r>
                        <a:rPr lang="ko-KR" altLang="en-US" sz="1000" dirty="0"/>
                        <a:t>구간 약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도 틀어짐에 따른 튜닝 진행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오차률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Spec</a:t>
                      </a:r>
                      <a:r>
                        <a:rPr lang="en-US" altLang="ko-KR" sz="1000" baseline="0" dirty="0"/>
                        <a:t> : </a:t>
                      </a:r>
                      <a:r>
                        <a:rPr lang="en-US" altLang="ko-KR" sz="1000" dirty="0"/>
                        <a:t>±1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최은혁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9E336B1C-92CD-BD71-EBE6-5938944DD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67958"/>
              </p:ext>
            </p:extLst>
          </p:nvPr>
        </p:nvGraphicFramePr>
        <p:xfrm>
          <a:off x="4860032" y="203723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792" progId="Excel.Sheet.12">
                  <p:embed/>
                </p:oleObj>
              </mc:Choice>
              <mc:Fallback>
                <p:oleObj name="Worksheet" showAsIcon="1" r:id="rId3" imgW="914400" imgH="771792" progId="Excel.Sheet.12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92FD1576-9AA2-42C7-2F9B-B4D8827ED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60032" y="203723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개체 2">
            <a:hlinkClick r:id="" action="ppaction://ole?verb=0"/>
            <a:extLst>
              <a:ext uri="{FF2B5EF4-FFF2-40B4-BE49-F238E27FC236}">
                <a16:creationId xmlns:a16="http://schemas.microsoft.com/office/drawing/2014/main" id="{9A0FF7D8-003B-78C0-4F9C-810E4BBA3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89793"/>
              </p:ext>
            </p:extLst>
          </p:nvPr>
        </p:nvGraphicFramePr>
        <p:xfrm>
          <a:off x="2521324" y="3045351"/>
          <a:ext cx="76808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71792" progId="PowerPoint.Show.12">
                  <p:embed/>
                </p:oleObj>
              </mc:Choice>
              <mc:Fallback>
                <p:oleObj name="Presentation" showAsIcon="1" r:id="rId5" imgW="914400" imgH="771792" progId="PowerPoint.Show.12">
                  <p:embed/>
                  <p:pic>
                    <p:nvPicPr>
                      <p:cNvPr id="4" name="개체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7B5920C-B371-3DA9-0AB7-1BC855665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21324" y="3045351"/>
                        <a:ext cx="768085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644233"/>
              </p:ext>
            </p:extLst>
          </p:nvPr>
        </p:nvGraphicFramePr>
        <p:xfrm>
          <a:off x="251520" y="980728"/>
          <a:ext cx="8676581" cy="3564961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1. Over</a:t>
                      </a:r>
                      <a:r>
                        <a:rPr lang="en-US" altLang="ko-KR" sz="1000" baseline="0" dirty="0"/>
                        <a:t> Current </a:t>
                      </a:r>
                      <a:r>
                        <a:rPr lang="ko-KR" altLang="en-US" sz="1000" baseline="0" dirty="0"/>
                        <a:t>발생 이슈 분석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OC Fault </a:t>
                      </a:r>
                      <a:r>
                        <a:rPr lang="ko-KR" altLang="en-US" sz="1000" baseline="0" dirty="0"/>
                        <a:t>스펙 </a:t>
                      </a:r>
                      <a:r>
                        <a:rPr lang="en-US" altLang="ko-KR" sz="1000" baseline="0" dirty="0"/>
                        <a:t>: 2A, 500ms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2. </a:t>
                      </a:r>
                      <a:r>
                        <a:rPr lang="ko-KR" altLang="en-US" sz="1000" baseline="0" dirty="0"/>
                        <a:t>고장 진단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Protection </a:t>
                      </a:r>
                      <a:r>
                        <a:rPr lang="ko-KR" altLang="en-US" sz="1000" baseline="0" dirty="0"/>
                        <a:t>진행 완료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Fault </a:t>
                      </a:r>
                      <a:r>
                        <a:rPr lang="ko-KR" altLang="en-US" sz="1000" baseline="0" dirty="0"/>
                        <a:t>진행 중 </a:t>
                      </a:r>
                      <a:r>
                        <a:rPr lang="en-US" altLang="ko-KR" sz="1000" baseline="0" dirty="0"/>
                        <a:t>(20%, 2/5)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 진행 후</a:t>
                      </a:r>
                      <a:r>
                        <a:rPr lang="en-US" altLang="ko-KR" sz="1000" baseline="0" dirty="0"/>
                        <a:t>, ES253EE </a:t>
                      </a:r>
                      <a:r>
                        <a:rPr lang="ko-KR" altLang="en-US" sz="1000" baseline="0" dirty="0"/>
                        <a:t>전면 재 수정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3.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요청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구리스</a:t>
                      </a:r>
                      <a:r>
                        <a:rPr lang="ko-KR" altLang="en-US" sz="1000" baseline="0" dirty="0"/>
                        <a:t> 교체 시료 입수 후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 err="1"/>
                        <a:t>전류치</a:t>
                      </a:r>
                      <a:r>
                        <a:rPr lang="ko-KR" altLang="en-US" sz="1000" baseline="0" dirty="0"/>
                        <a:t> 재 확인 필요 </a:t>
                      </a:r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긴급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시료 입수 일정 </a:t>
                      </a:r>
                      <a:r>
                        <a:rPr lang="en-US" altLang="ko-KR" sz="1000" baseline="0" dirty="0"/>
                        <a:t>: 2/3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일정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 : </a:t>
                      </a:r>
                      <a:r>
                        <a:rPr lang="ko-KR" altLang="en-US" sz="1000" baseline="0" dirty="0"/>
                        <a:t>명화 납품 일 </a:t>
                      </a:r>
                      <a:r>
                        <a:rPr lang="en-US" altLang="ko-KR" sz="1000" baseline="0" dirty="0"/>
                        <a:t>: 2/13</a:t>
                      </a:r>
                      <a:r>
                        <a:rPr lang="ko-KR" altLang="en-US" sz="1000" baseline="0" dirty="0"/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4. PPM </a:t>
                      </a:r>
                      <a:r>
                        <a:rPr lang="ko-KR" altLang="en-US" sz="1000" baseline="0" dirty="0"/>
                        <a:t>프로토콜을 활용한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업데이트 툴 개발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재 검토 결과 </a:t>
                      </a:r>
                      <a:r>
                        <a:rPr lang="en-US" altLang="ko-KR" sz="1000" baseline="0" dirty="0"/>
                        <a:t>PTC Heater </a:t>
                      </a:r>
                      <a:r>
                        <a:rPr lang="ko-KR" altLang="en-US" sz="1000" baseline="0" dirty="0"/>
                        <a:t>에서 사용중인 지그 활용 가능</a:t>
                      </a:r>
                      <a:endParaRPr lang="en-US" altLang="ko-KR" sz="1000" baseline="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524092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062195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60025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ISIR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ES90700-00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ES95411-00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ES95480-00 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ES95489-21 (90%)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ES95489-24 (90%)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57000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월초 예정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&lt;-&gt; ATCU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 정합성 합동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스위치를 연결하여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하여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제작 중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IGBT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Current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위험성에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검증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5158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성능 미달로 인한 성능 증대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작동 전압 범위 변경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MX5)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268V ~ 640V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Linear MAX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전력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Zone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4100W  4,300W, Total 8,200W  8,600W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최종 개선 시료 성능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증대에 따른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HVAC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성능 증대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입수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(1/20)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시험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(~1/28)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재진행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한온으로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2EA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509120"/>
            <a:ext cx="8123750" cy="94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6113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600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고객사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PTC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동작 중 냉각수 온도에 따른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Core 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안전상 동작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되어야함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의견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의견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Local CAN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하이브리드 차량 정보를 추가하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     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상황에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전송 여부 검토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설계 담당자 미 회신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매일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차례 전화 하였으나 통화불가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는 안전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동작 되도록 적용 후 납품 한다는 메일 송부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All Tool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공정감사에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1/28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혜인시스템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시험 의뢰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(~01/30)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현대차 사이버 보안 품질 연구팀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 시료 준비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PCB 1EA, Signal Connector 1EA, E2 Pin Connector 1EA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제출일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1/30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1806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0332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1. Lin </a:t>
                      </a:r>
                      <a:r>
                        <a:rPr lang="en-US" altLang="ko-KR" sz="1050" dirty="0" err="1"/>
                        <a:t>CheckList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작성 완료 </a:t>
                      </a:r>
                      <a:r>
                        <a:rPr lang="en-US" altLang="ko-KR" sz="1050" dirty="0"/>
                        <a:t>(100%)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2. </a:t>
                      </a:r>
                      <a:r>
                        <a:rPr lang="ko-KR" altLang="en-US" sz="1050" dirty="0"/>
                        <a:t>원가 절감에 따른 </a:t>
                      </a:r>
                      <a:r>
                        <a:rPr lang="en-US" altLang="ko-KR" sz="1050" dirty="0"/>
                        <a:t>MCU </a:t>
                      </a:r>
                      <a:r>
                        <a:rPr lang="ko-KR" altLang="en-US" sz="1050" dirty="0"/>
                        <a:t>변경 검토 건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- 1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Ind (iND87501T)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- 1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ST (STM8AF5288TCY)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- 3</a:t>
                      </a:r>
                      <a:r>
                        <a:rPr lang="ko-KR" altLang="en-US" sz="1050" dirty="0"/>
                        <a:t>순위 </a:t>
                      </a:r>
                      <a:r>
                        <a:rPr lang="en-US" altLang="ko-KR" sz="1050" dirty="0"/>
                        <a:t>: Renesas (RL78/F13_R5F10BGGCKFB)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   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 ST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사용 불가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(Lin 2.x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미지원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제조사별 상세 비교 분석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(~2/2)</a:t>
                      </a:r>
                      <a:endParaRPr lang="en-US" altLang="ko-KR" sz="1050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6D4922-17B3-0003-3245-AAA72A063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93" y="1442153"/>
            <a:ext cx="3939851" cy="48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59442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모듈화 설계에 따른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검토 진행 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(~2/6)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70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(2/10)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HVAC 2EA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수령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(01/19)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2/11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26.5.15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26.10.15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27.1.2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26.5.15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26.10.15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27.1.2</a:t>
            </a:r>
          </a:p>
        </p:txBody>
      </p:sp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9837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 변경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HS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 (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차량 바디 개발팀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0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이용범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CAN DBC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(~12/19)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H/W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입수 예정일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완료 예정일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CAN FD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사양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Driver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검토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(~2/4)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42920"/>
              </p:ext>
            </p:extLst>
          </p:nvPr>
        </p:nvGraphicFramePr>
        <p:xfrm>
          <a:off x="11059" y="536956"/>
          <a:ext cx="9097445" cy="595626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토크 감소 측정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</a:t>
                      </a:r>
                      <a:r>
                        <a:rPr lang="ko-KR" altLang="en-US" sz="1000" dirty="0"/>
                        <a:t>전압별 </a:t>
                      </a:r>
                      <a:r>
                        <a:rPr lang="en-US" altLang="ko-KR" sz="1000" dirty="0"/>
                        <a:t>(9V</a:t>
                      </a:r>
                      <a:r>
                        <a:rPr lang="en-US" altLang="ko-KR" sz="1000" baseline="0" dirty="0"/>
                        <a:t> ~ 16V)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/ </a:t>
                      </a:r>
                      <a:r>
                        <a:rPr lang="ko-KR" altLang="en-US" sz="1000" dirty="0"/>
                        <a:t>온도별 </a:t>
                      </a:r>
                      <a:r>
                        <a:rPr lang="en-US" altLang="ko-KR" sz="1000" dirty="0"/>
                        <a:t>(-40</a:t>
                      </a:r>
                      <a:r>
                        <a:rPr lang="ko-KR" altLang="en-US" sz="1000" dirty="0"/>
                        <a:t>도 </a:t>
                      </a:r>
                      <a:r>
                        <a:rPr lang="en-US" altLang="ko-KR" sz="1000" dirty="0"/>
                        <a:t>~ 80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/>
                        <a:t>에서 동작 토크 변경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</a:t>
                      </a:r>
                      <a:r>
                        <a:rPr lang="ko-KR" altLang="en-US" sz="1000" baseline="0" dirty="0"/>
                        <a:t>상온</a:t>
                      </a:r>
                      <a:r>
                        <a:rPr lang="en-US" altLang="ko-KR" sz="1000" baseline="0" dirty="0"/>
                        <a:t>, 0</a:t>
                      </a:r>
                      <a:r>
                        <a:rPr lang="ko-KR" altLang="en-US" sz="1000" baseline="0" dirty="0"/>
                        <a:t>도</a:t>
                      </a:r>
                      <a:r>
                        <a:rPr lang="en-US" altLang="ko-KR" sz="1000" baseline="0" dirty="0"/>
                        <a:t>, -45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7.5,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85</a:t>
                      </a:r>
                      <a:r>
                        <a:rPr lang="ko-KR" altLang="en-US" sz="1000" baseline="0" dirty="0"/>
                        <a:t>도 </a:t>
                      </a:r>
                      <a:r>
                        <a:rPr lang="en-US" altLang="ko-KR" sz="1000" baseline="0" dirty="0"/>
                        <a:t>Min torque : 4.5, Max torque : 13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- Step </a:t>
                      </a:r>
                      <a:r>
                        <a:rPr lang="ko-KR" altLang="en-US" sz="1000" baseline="0" dirty="0"/>
                        <a:t>모터 최소 동작 전류 </a:t>
                      </a:r>
                      <a:r>
                        <a:rPr lang="en-US" altLang="ko-KR" sz="1000" baseline="0" dirty="0"/>
                        <a:t>160mA </a:t>
                      </a:r>
                      <a:r>
                        <a:rPr lang="ko-KR" altLang="en-US" sz="1000" baseline="0" dirty="0"/>
                        <a:t>기준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튜닝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-40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도 구간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14.5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토크 특정 시료에서 발생으로 </a:t>
                      </a:r>
                      <a:r>
                        <a:rPr lang="ko-KR" altLang="en-US" sz="1000" baseline="0" dirty="0" err="1">
                          <a:sym typeface="Wingdings" panose="05000000000000000000" pitchFamily="2" charset="2"/>
                        </a:rPr>
                        <a:t>한온과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 크로스 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000" baseline="0" dirty="0">
                          <a:sym typeface="Wingdings" panose="05000000000000000000" pitchFamily="2" charset="2"/>
                        </a:rPr>
                        <a:t>가 진행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    (~1/30)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정확도 튜닝 진행 </a:t>
                      </a:r>
                      <a:r>
                        <a:rPr lang="en-US" altLang="ko-KR" sz="1000" dirty="0"/>
                        <a:t>(~1/29)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  - 50%</a:t>
                      </a:r>
                      <a:r>
                        <a:rPr lang="ko-KR" altLang="en-US" sz="1000" dirty="0"/>
                        <a:t>구간 약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도 틀어짐에 따른 튜닝 진행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 err="1"/>
                        <a:t>오차률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Spec</a:t>
                      </a:r>
                      <a:r>
                        <a:rPr lang="en-US" altLang="ko-KR" sz="1000" baseline="0" dirty="0"/>
                        <a:t> : </a:t>
                      </a:r>
                      <a:r>
                        <a:rPr lang="en-US" altLang="ko-KR" sz="1000" dirty="0"/>
                        <a:t>±1</a:t>
                      </a:r>
                      <a:r>
                        <a:rPr lang="ko-KR" altLang="en-US" sz="1000" dirty="0"/>
                        <a:t>도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ym typeface="Wingdings" panose="05000000000000000000" pitchFamily="2" charset="2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 공정 감사 출장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2/9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이정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2/6~2/10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2/6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출발 후 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일요일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준비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EOL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설비 환경을 본적이 없어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감사 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성능검사기 사전 점검 및 예상 질문 사항 파악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 예정자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팀장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665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책임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08416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26.1.15-&gt;2.6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654727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91065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26.3.3</a:t>
              </a: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737376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92FD1576-9AA2-42C7-2F9B-B4D8827ED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856862"/>
              </p:ext>
            </p:extLst>
          </p:nvPr>
        </p:nvGraphicFramePr>
        <p:xfrm>
          <a:off x="3695650" y="20608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792" progId="Excel.Sheet.12">
                  <p:embed/>
                </p:oleObj>
              </mc:Choice>
              <mc:Fallback>
                <p:oleObj name="Worksheet" showAsIcon="1" r:id="rId3" imgW="914400" imgH="77179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5650" y="20608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hlinkClick r:id="" action="ppaction://ole?verb=0"/>
            <a:extLst>
              <a:ext uri="{FF2B5EF4-FFF2-40B4-BE49-F238E27FC236}">
                <a16:creationId xmlns:a16="http://schemas.microsoft.com/office/drawing/2014/main" id="{77B5920C-B371-3DA9-0AB7-1BC855665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839776"/>
              </p:ext>
            </p:extLst>
          </p:nvPr>
        </p:nvGraphicFramePr>
        <p:xfrm>
          <a:off x="1356942" y="3068960"/>
          <a:ext cx="76808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71792" progId="PowerPoint.Show.12">
                  <p:embed/>
                </p:oleObj>
              </mc:Choice>
              <mc:Fallback>
                <p:oleObj name="Presentation" showAsIcon="1" r:id="rId5" imgW="914400" imgH="771792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6942" y="3068960"/>
                        <a:ext cx="768085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801332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1. Over</a:t>
                      </a:r>
                      <a:r>
                        <a:rPr lang="en-US" altLang="ko-KR" sz="1000" baseline="0" dirty="0"/>
                        <a:t> Current </a:t>
                      </a:r>
                      <a:r>
                        <a:rPr lang="ko-KR" altLang="en-US" sz="1000" baseline="0" dirty="0"/>
                        <a:t>발생 이슈 분석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OC Fault </a:t>
                      </a:r>
                      <a:r>
                        <a:rPr lang="ko-KR" altLang="en-US" sz="1000" baseline="0" dirty="0"/>
                        <a:t>스펙 </a:t>
                      </a:r>
                      <a:r>
                        <a:rPr lang="en-US" altLang="ko-KR" sz="1000" baseline="0" dirty="0"/>
                        <a:t>: 2A, 500ms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2. </a:t>
                      </a:r>
                      <a:r>
                        <a:rPr lang="ko-KR" altLang="en-US" sz="1000" baseline="0" dirty="0"/>
                        <a:t>고장 진단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Protection </a:t>
                      </a:r>
                      <a:r>
                        <a:rPr lang="ko-KR" altLang="en-US" sz="1000" baseline="0" dirty="0"/>
                        <a:t>진행 완료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Fault </a:t>
                      </a:r>
                      <a:r>
                        <a:rPr lang="ko-KR" altLang="en-US" sz="1000" baseline="0" dirty="0"/>
                        <a:t>진행 중 </a:t>
                      </a:r>
                      <a:r>
                        <a:rPr lang="en-US" altLang="ko-KR" sz="1000" baseline="0" dirty="0"/>
                        <a:t>(20%, 2/5)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  <a:r>
                        <a:rPr lang="en-US" altLang="ko-KR" sz="1000" baseline="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모듈화 진행 후</a:t>
                      </a:r>
                      <a:r>
                        <a:rPr lang="en-US" altLang="ko-KR" sz="1000" baseline="0" dirty="0"/>
                        <a:t>, ES253EE </a:t>
                      </a:r>
                      <a:r>
                        <a:rPr lang="ko-KR" altLang="en-US" sz="1000" baseline="0" dirty="0"/>
                        <a:t>전면 재 수정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3.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요청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구리스</a:t>
                      </a:r>
                      <a:r>
                        <a:rPr lang="ko-KR" altLang="en-US" sz="1000" baseline="0" dirty="0"/>
                        <a:t> 교체 시료 입수 후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 err="1"/>
                        <a:t>전류치</a:t>
                      </a:r>
                      <a:r>
                        <a:rPr lang="ko-KR" altLang="en-US" sz="1000" baseline="0" dirty="0"/>
                        <a:t> 재 확인 필요 </a:t>
                      </a:r>
                      <a:r>
                        <a:rPr lang="en-US" altLang="ko-KR" sz="1000" baseline="0" dirty="0"/>
                        <a:t>(</a:t>
                      </a:r>
                      <a:r>
                        <a:rPr lang="ko-KR" altLang="en-US" sz="1000" baseline="0" dirty="0"/>
                        <a:t>긴급</a:t>
                      </a:r>
                      <a:r>
                        <a:rPr lang="en-US" altLang="ko-KR" sz="1000" baseline="0" dirty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시료 입수 일정 </a:t>
                      </a:r>
                      <a:r>
                        <a:rPr lang="en-US" altLang="ko-KR" sz="1000" baseline="0" dirty="0"/>
                        <a:t>: 2/3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교체 일정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  : </a:t>
                      </a:r>
                      <a:r>
                        <a:rPr lang="ko-KR" altLang="en-US" sz="1000" baseline="0" dirty="0"/>
                        <a:t>명화 납품 일 </a:t>
                      </a:r>
                      <a:r>
                        <a:rPr lang="en-US" altLang="ko-KR" sz="1000" baseline="0" dirty="0"/>
                        <a:t>: 2/13</a:t>
                      </a:r>
                      <a:r>
                        <a:rPr lang="ko-KR" altLang="en-US" sz="1000" baseline="0" dirty="0"/>
                        <a:t>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4. PPM </a:t>
                      </a:r>
                      <a:r>
                        <a:rPr lang="ko-KR" altLang="en-US" sz="1000" baseline="0" dirty="0"/>
                        <a:t>프로토콜을 활용한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업데이트 툴 개발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재 검토 결과 </a:t>
                      </a:r>
                      <a:r>
                        <a:rPr lang="en-US" altLang="ko-KR" sz="1000" baseline="0" dirty="0"/>
                        <a:t>PTC Heater </a:t>
                      </a:r>
                      <a:r>
                        <a:rPr lang="ko-KR" altLang="en-US" sz="1000" baseline="0" dirty="0"/>
                        <a:t>에서 사용중인 지그 활용 가능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14303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en-US" altLang="ko-KR" sz="1000" dirty="0" err="1"/>
                        <a:t>Novosense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개발 환경 </a:t>
                      </a:r>
                      <a:r>
                        <a:rPr lang="ko-KR" altLang="en-US" sz="1000" baseline="0" dirty="0" err="1"/>
                        <a:t>셋팅완료</a:t>
                      </a:r>
                      <a:r>
                        <a:rPr lang="ko-KR" altLang="en-US" sz="1000" baseline="0" dirty="0"/>
                        <a:t> </a:t>
                      </a:r>
                      <a:r>
                        <a:rPr lang="en-US" altLang="ko-KR" sz="1000" baseline="0" dirty="0"/>
                        <a:t>(1/21)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   - </a:t>
                      </a:r>
                      <a:r>
                        <a:rPr lang="ko-KR" altLang="en-US" sz="1000" baseline="0" dirty="0"/>
                        <a:t>지기 제공 </a:t>
                      </a:r>
                      <a:r>
                        <a:rPr lang="en-US" altLang="ko-KR" sz="1000" baseline="0" dirty="0"/>
                        <a:t>S/W </a:t>
                      </a:r>
                      <a:r>
                        <a:rPr lang="ko-KR" altLang="en-US" sz="1000" baseline="0" dirty="0"/>
                        <a:t>분석 위한 계획 일정 수립 </a:t>
                      </a:r>
                      <a:r>
                        <a:rPr lang="en-US" altLang="ko-KR" sz="1000" baseline="0" dirty="0"/>
                        <a:t>: 1/23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055737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(1/23~1/29)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계획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(1/30~2/5)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/>
                        <a:t>1. </a:t>
                      </a:r>
                      <a:r>
                        <a:rPr lang="ko-KR" altLang="en-US" sz="1000"/>
                        <a:t>개발 계획서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ko-KR" altLang="en-US" sz="1000" baseline="0"/>
                        <a:t>기반</a:t>
                      </a:r>
                      <a:r>
                        <a:rPr lang="ko-KR" altLang="en-US" sz="1000"/>
                        <a:t> 개발 일정 초안 작성 </a:t>
                      </a:r>
                      <a:r>
                        <a:rPr lang="en-US" altLang="ko-KR" sz="1000"/>
                        <a:t>(with </a:t>
                      </a:r>
                      <a:r>
                        <a:rPr lang="ko-KR" altLang="en-US" sz="1000"/>
                        <a:t>시스템팀 김용진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/>
                        <a:t>   -</a:t>
                      </a:r>
                      <a:r>
                        <a:rPr lang="en-US" altLang="ko-KR" sz="1000" baseline="0"/>
                        <a:t> </a:t>
                      </a:r>
                      <a:r>
                        <a:rPr lang="ko-KR" altLang="en-US" sz="1000" baseline="0"/>
                        <a:t>프로모션 일정 수립 시 일정 확정</a:t>
                      </a:r>
                      <a:endParaRPr lang="en-US" altLang="ko-KR" sz="100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/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BLDC Motor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0413797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25600</TotalTime>
  <Words>2597</Words>
  <Application>Microsoft Office PowerPoint</Application>
  <PresentationFormat>화면 슬라이드 쇼(4:3)</PresentationFormat>
  <Paragraphs>600</Paragraphs>
  <Slides>20</Slides>
  <Notes>19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굴림</vt:lpstr>
      <vt:lpstr>맑은 고딕</vt:lpstr>
      <vt:lpstr>현대하모니 M</vt:lpstr>
      <vt:lpstr>Arial</vt:lpstr>
      <vt:lpstr>Lucida Sans Unicode</vt:lpstr>
      <vt:lpstr>Verdana</vt:lpstr>
      <vt:lpstr>Wingdings</vt:lpstr>
      <vt:lpstr>제안서 템플릿</vt:lpstr>
      <vt:lpstr>Microsoft Excel 워크시트</vt:lpstr>
      <vt:lpstr>Microsoft 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세영 오</cp:lastModifiedBy>
  <cp:revision>6291</cp:revision>
  <dcterms:created xsi:type="dcterms:W3CDTF">2019-10-24T04:42:23Z</dcterms:created>
  <dcterms:modified xsi:type="dcterms:W3CDTF">2026-01-28T12:31:13Z</dcterms:modified>
  <cp:version/>
</cp:coreProperties>
</file>