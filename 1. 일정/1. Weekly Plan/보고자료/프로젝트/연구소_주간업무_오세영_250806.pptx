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13"/>
  </p:notesMasterIdLst>
  <p:handoutMasterIdLst>
    <p:handoutMasterId r:id="rId14"/>
  </p:handoutMasterIdLst>
  <p:sldIdLst>
    <p:sldId id="1005" r:id="rId2"/>
    <p:sldId id="958" r:id="rId3"/>
    <p:sldId id="997" r:id="rId4"/>
    <p:sldId id="998" r:id="rId5"/>
    <p:sldId id="994" r:id="rId6"/>
    <p:sldId id="1004" r:id="rId7"/>
    <p:sldId id="1000" r:id="rId8"/>
    <p:sldId id="1001" r:id="rId9"/>
    <p:sldId id="1002" r:id="rId10"/>
    <p:sldId id="1003" r:id="rId11"/>
    <p:sldId id="1006" r:id="rId1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2" autoAdjust="0"/>
    <p:restoredTop sz="96400" autoAdjust="0"/>
  </p:normalViewPr>
  <p:slideViewPr>
    <p:cSldViewPr snapToObjects="1">
      <p:cViewPr varScale="1">
        <p:scale>
          <a:sx n="109" d="100"/>
          <a:sy n="109" d="100"/>
        </p:scale>
        <p:origin x="1422" y="90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2025-08-05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2025-08-05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797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706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873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910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76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157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939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097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15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876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7040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574664"/>
              </p:ext>
            </p:extLst>
          </p:nvPr>
        </p:nvGraphicFramePr>
        <p:xfrm>
          <a:off x="215899" y="692696"/>
          <a:ext cx="8748588" cy="4559000"/>
        </p:xfrm>
        <a:graphic>
          <a:graphicData uri="http://schemas.openxmlformats.org/drawingml/2006/table">
            <a:tbl>
              <a:tblPr/>
              <a:tblGrid>
                <a:gridCol w="494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504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2879246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320595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924415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924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658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54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QV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좌우 온도 편차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endParaRPr lang="en-US" altLang="ko-KR" sz="1000" b="0" kern="1200" baseline="0" smtClean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편차 개선 시료 최대 난방 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(22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호차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Proto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시료에 좌우 편차 개선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전력제어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적용하여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진행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환경시험동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8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추후 진행 계획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1)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정상 성능 출력되는 좌우 편차 개선 시료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교체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2)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및 좌우 편차 시험 진행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25/4/15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~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QV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15568"/>
                  </a:ext>
                </a:extLst>
              </a:tr>
              <a:tr h="55154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SVm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좌우 온도 편차 및 최대 난방 평가 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QV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개선 내용 적용 시 좌우 편차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10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미만으로 줄어들어 개선 효과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있음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열에너지 시험팀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최대 난방 평가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PTC Heater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최대 성능 측정을 위한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Limit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해제하여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테스트 진행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환경시험동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8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25/4/15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~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SVm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17662"/>
                  </a:ext>
                </a:extLst>
              </a:tr>
              <a:tr h="5515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BJ1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좌우 온도 편차 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부품 교체 및 리워크 일정 고객사 협의 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25/7/15 ~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BJ1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056622"/>
                  </a:ext>
                </a:extLst>
              </a:tr>
            </a:tbl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지시내용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의사결정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리스크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err="1" smtClean="0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232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520965"/>
              </p:ext>
            </p:extLst>
          </p:nvPr>
        </p:nvGraphicFramePr>
        <p:xfrm>
          <a:off x="11059" y="536957"/>
          <a:ext cx="9097445" cy="5713176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623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8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(7/25~8/7)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(8/8~8/14)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63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QV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장소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 연구소 에너지 시험팀 실차 챔버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목적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편차 개선 시료 최대 난방 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 (22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호차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Proto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시료에 좌우 편차 개선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전력제어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적용하여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8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추후 진행 계획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1)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정상 성능 출력되는 좌우 편차 개선 시료 실차 교체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2)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및 좌우 편차 시험 진행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SPQA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육성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Software Test Plan ALM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등록완료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7/23</a:t>
                      </a:r>
                    </a:p>
                    <a:p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Software Test Plan Review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7/25</a:t>
                      </a:r>
                    </a:p>
                    <a:p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Software Test Plan Review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수정후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ALM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 등록 완료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8/5</a:t>
                      </a: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업무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SPQA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육성 프로젝트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8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5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QV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25.07.05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25.03.15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9" name="그룹 16"/>
          <p:cNvGrpSpPr>
            <a:grpSpLocks noChangeAspect="1"/>
          </p:cNvGrpSpPr>
          <p:nvPr/>
        </p:nvGrpSpPr>
        <p:grpSpPr bwMode="auto">
          <a:xfrm>
            <a:off x="6089818" y="553413"/>
            <a:ext cx="1045724" cy="505515"/>
            <a:chOff x="0" y="135732"/>
            <a:chExt cx="604837" cy="482564"/>
          </a:xfrm>
        </p:grpSpPr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Pre P#2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32" name="위쪽 화살표 31"/>
          <p:cNvSpPr>
            <a:spLocks noChangeArrowheads="1"/>
          </p:cNvSpPr>
          <p:nvPr/>
        </p:nvSpPr>
        <p:spPr bwMode="auto">
          <a:xfrm rot="10800000">
            <a:off x="6552926" y="72827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51770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537085"/>
              </p:ext>
            </p:extLst>
          </p:nvPr>
        </p:nvGraphicFramePr>
        <p:xfrm>
          <a:off x="11059" y="536956"/>
          <a:ext cx="9097445" cy="5844372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6101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(7/25~8/7)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(8/8~8/14)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59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성능 평가 및 좌우 온도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장소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 연구소 에너지 시험팀 실차 챔버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목적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PTC Heater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최대 성능 측정을 위한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Limit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해제하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테스트 진행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8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endParaRPr kumimoji="1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17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26.03.30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26.06.30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25.06.30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1488668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576955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(7/25~8/7)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(8/8~8/14)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1. BJ1 PTC Heater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좌우 온도 편차 발생 접수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: 7/15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부품 교체 및 리워크 일정 고객사 협의 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25.11.01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9735930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972252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(7/25~8/7)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(8/8~8/14)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26.10.01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75222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258212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(7/25~8/7)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(8/8~8/14)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1000" b="0" i="0" kern="120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TBD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347630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012380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(7/25~8/7)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(8/8~8/14)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5197025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987524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(7/25~8/7)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(8/8~8/14)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KY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24.06.01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24.08.31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7990915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987279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(7/25~8/7)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(8/8~8/14)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Y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26.04.20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26.7.15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25.05.01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25.11.15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RHD</a:t>
            </a:r>
            <a:endParaRPr lang="ko-KR" altLang="en-US" sz="1000" b="1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LHD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30056161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716605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(7/25~8/7)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(8/8~8/14)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개발 사전 기술 미팅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8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Maruti</a:t>
            </a: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Suzuki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1630539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90762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(7/25~8/7)</a:t>
                      </a:r>
                      <a:endParaRPr kumimoji="1" lang="ko-KR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(8/8~8/14)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Kick-Off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회의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8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SX3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1772754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13428</TotalTime>
  <Words>847</Words>
  <Application>Microsoft Office PowerPoint</Application>
  <PresentationFormat>화면 슬라이드 쇼(4:3)</PresentationFormat>
  <Paragraphs>302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굴림</vt:lpstr>
      <vt:lpstr>맑은 고딕</vt:lpstr>
      <vt:lpstr>현대하모니 L</vt:lpstr>
      <vt:lpstr>Arial</vt:lpstr>
      <vt:lpstr>Lucida Sans Unicode</vt:lpstr>
      <vt:lpstr>Verdana</vt:lpstr>
      <vt:lpstr>Wingdings</vt:lpstr>
      <vt:lpstr>제안서 템플릿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5951</cp:revision>
  <dcterms:created xsi:type="dcterms:W3CDTF">2019-10-24T04:42:23Z</dcterms:created>
  <dcterms:modified xsi:type="dcterms:W3CDTF">2025-08-05T00:09:04Z</dcterms:modified>
  <cp:version/>
</cp:coreProperties>
</file>