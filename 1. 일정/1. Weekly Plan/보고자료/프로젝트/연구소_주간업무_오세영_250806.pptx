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709" r:id="rId1"/>
  </p:sldMasterIdLst>
  <p:notesMasterIdLst>
    <p:notesMasterId r:id="rId13"/>
  </p:notesMasterIdLst>
  <p:handoutMasterIdLst>
    <p:handoutMasterId r:id="rId14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</p:sldIdLst>
  <p:sldSz cx="9144000" cy="6858000" type="screen4x3"/>
  <p:notesSz cx="6807200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2" autoAdjust="0"/>
    <p:restoredTop sz="96400" autoAdjust="0"/>
  </p:normalViewPr>
  <p:slideViewPr>
    <p:cSldViewPr snapToObjects="1">
      <p:cViewPr varScale="1">
        <p:scale>
          <a:sx n="153" d="100"/>
          <a:sy n="153" d="100"/>
        </p:scale>
        <p:origin x="162" y="234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052" cy="498714"/>
          </a:xfrm>
          <a:prstGeom prst="rect">
            <a:avLst/>
          </a:prstGeom>
        </p:spPr>
        <p:txBody>
          <a:bodyPr vert="horz" lIns="91486" tIns="45743" rIns="91486" bIns="45743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561" y="0"/>
            <a:ext cx="2950051" cy="498714"/>
          </a:xfrm>
          <a:prstGeom prst="rect">
            <a:avLst/>
          </a:prstGeom>
        </p:spPr>
        <p:txBody>
          <a:bodyPr vert="horz" lIns="91486" tIns="45743" rIns="91486" bIns="45743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2025-08-07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40625"/>
            <a:ext cx="2950052" cy="498714"/>
          </a:xfrm>
          <a:prstGeom prst="rect">
            <a:avLst/>
          </a:prstGeom>
        </p:spPr>
        <p:txBody>
          <a:bodyPr vert="horz" lIns="91486" tIns="45743" rIns="91486" bIns="45743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561" y="9440625"/>
            <a:ext cx="2950051" cy="498714"/>
          </a:xfrm>
          <a:prstGeom prst="rect">
            <a:avLst/>
          </a:prstGeom>
        </p:spPr>
        <p:txBody>
          <a:bodyPr vert="horz" wrap="square" lIns="91486" tIns="45743" rIns="91486" bIns="45743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052" cy="498714"/>
          </a:xfrm>
          <a:prstGeom prst="rect">
            <a:avLst/>
          </a:prstGeom>
        </p:spPr>
        <p:txBody>
          <a:bodyPr vert="horz" lIns="91486" tIns="45743" rIns="91486" bIns="45743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561" y="0"/>
            <a:ext cx="2950051" cy="498714"/>
          </a:xfrm>
          <a:prstGeom prst="rect">
            <a:avLst/>
          </a:prstGeom>
        </p:spPr>
        <p:txBody>
          <a:bodyPr vert="horz" lIns="91486" tIns="45743" rIns="91486" bIns="45743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8400" y="1241425"/>
            <a:ext cx="4470400" cy="3354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86" tIns="45743" rIns="91486" bIns="45743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515" y="4783843"/>
            <a:ext cx="5445760" cy="3913475"/>
          </a:xfrm>
          <a:prstGeom prst="rect">
            <a:avLst/>
          </a:prstGeom>
        </p:spPr>
        <p:txBody>
          <a:bodyPr vert="horz" lIns="91486" tIns="45743" rIns="91486" bIns="45743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25"/>
            <a:ext cx="2950052" cy="498714"/>
          </a:xfrm>
          <a:prstGeom prst="rect">
            <a:avLst/>
          </a:prstGeom>
        </p:spPr>
        <p:txBody>
          <a:bodyPr vert="horz" lIns="91486" tIns="45743" rIns="91486" bIns="45743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561" y="9440625"/>
            <a:ext cx="2950051" cy="498714"/>
          </a:xfrm>
          <a:prstGeom prst="rect">
            <a:avLst/>
          </a:prstGeom>
        </p:spPr>
        <p:txBody>
          <a:bodyPr vert="horz" wrap="square" lIns="91486" tIns="45743" rIns="91486" bIns="45743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1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2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3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4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5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6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7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8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9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14857" fontAlgn="auto">
              <a:spcBef>
                <a:spcPts val="0"/>
              </a:spcBef>
              <a:spcAft>
                <a:spcPts val="0"/>
              </a:spcAft>
              <a:defRPr/>
            </a:pPr>
            <a:fld id="{14475004-9454-4C07-A18A-CD2DC04A4F75}" type="slidenum">
              <a:rPr lang="en-US" altLang="ko-KR">
                <a:solidFill>
                  <a:prstClr val="black"/>
                </a:solidFill>
                <a:ea typeface="맑은 고딕" panose="020B0503020000020004" pitchFamily="50" charset="-127"/>
              </a:rPr>
              <a:pPr defTabSz="914857" fontAlgn="auto">
                <a:spcBef>
                  <a:spcPts val="0"/>
                </a:spcBef>
                <a:spcAft>
                  <a:spcPts val="0"/>
                </a:spcAft>
                <a:defRPr/>
              </a:pPr>
              <a:t>10</a:t>
            </a:fld>
            <a:endParaRPr lang="en-US" altLang="ko-KR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87338"/>
              </p:ext>
            </p:extLst>
          </p:nvPr>
        </p:nvGraphicFramePr>
        <p:xfrm>
          <a:off x="215899" y="692696"/>
          <a:ext cx="8748588" cy="5473400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04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103497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24415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9244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58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좌우 온도 편차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편차 개선 시료 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(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호차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Proto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시료에 좌우 편차 개선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전력제어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적용하여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및 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OK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진행 계획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1)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정상 성능 출력되는 좌우 편차 개선 시료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교체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2)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및 좌우 편차 시험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QV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및 최대 난방 평가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개선 내용 적용 시 좌우 편차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℃ 미만으로 줄어들어 개선 효과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있음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열에너지 시험팀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최대 난방 평가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PTC Heater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최대 성능 측정을 위한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을 해제하여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테스트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해제 후 테스트 진행 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진행 계획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1)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6,200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6,800W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향상을 위한 방안 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신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1~2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달이내 개선 완료 목표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2~3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달이내 개선점 안보이면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두원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대체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17662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ko-KR" sz="1000" b="0" i="0" u="none" strike="noStrike" kern="1200" cap="none" spc="0" normalizeH="0" baseline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부품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교체 및 리워크 일정 고객사 협의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- 8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주차 교체 및 평가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263658"/>
              </p:ext>
            </p:extLst>
          </p:nvPr>
        </p:nvGraphicFramePr>
        <p:xfrm>
          <a:off x="11059" y="536957"/>
          <a:ext cx="9097445" cy="5826727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23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88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823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업무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Test Plan ALM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등록완료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7/23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Test Plan Review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7/25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Test Plan Review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안건수정 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 등록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8/5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심사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8/7</a:t>
                      </a:r>
                      <a:endParaRPr lang="ko-KR" altLang="en-US" sz="1000" b="0">
                        <a:solidFill>
                          <a:schemeClr val="tx1"/>
                        </a:solidFill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업무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87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QV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대응</a:t>
                      </a:r>
                      <a:endParaRPr kumimoji="1" lang="en-US" altLang="ko-KR" sz="105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장소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에너지 시험팀 실차 챔버</a:t>
                      </a:r>
                      <a:endParaRPr kumimoji="1" lang="en-US" altLang="ko-KR" sz="105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편차 개선 시료 최대 난방 평가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 (20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호차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시료에 좌우 편차 개선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S/W(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전력제어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적용하여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</a:t>
                      </a:r>
                      <a:endParaRPr kumimoji="1" lang="en-US" altLang="ko-KR" sz="105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ko-KR" altLang="en-US" sz="1050" b="0" i="0" u="none" strike="noStrike" kern="1200" cap="none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50" b="0" i="0" u="none" strike="noStrike" kern="1200" cap="none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Proto </a:t>
                      </a:r>
                      <a:r>
                        <a:rPr kumimoji="1" lang="ko-KR" altLang="en-US" sz="1050" b="0" i="0" u="none" strike="noStrike" kern="1200" cap="none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 최대 난방 평가 및 좌우 편차 시험 </a:t>
                      </a:r>
                      <a:r>
                        <a:rPr kumimoji="1" lang="en-US" altLang="ko-KR" sz="1050" b="0" i="0" u="none" strike="noStrike" kern="1200" cap="none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OK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진행 계획 </a:t>
                      </a: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1)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정상 성능 출력되는 좌우 편차 개선 시료 실차 교체</a:t>
                      </a:r>
                      <a:endParaRPr kumimoji="1" lang="en-US" altLang="ko-KR" sz="105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2) </a:t>
                      </a:r>
                      <a:r>
                        <a:rPr kumimoji="1" lang="ko-KR" altLang="en-US" sz="105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및 좌우 편차 시험 진행</a:t>
                      </a:r>
                      <a:endParaRPr kumimoji="1" lang="en-US" altLang="ko-KR" sz="1050" b="0" i="0" u="none" strike="noStrike" kern="1200" cap="none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1633507"/>
              </p:ext>
            </p:extLst>
          </p:nvPr>
        </p:nvGraphicFramePr>
        <p:xfrm>
          <a:off x="3072970" y="2492896"/>
          <a:ext cx="3810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워크시트" showAsIcon="1" r:id="rId4" imgW="380880" imgH="771480" progId="Excel.Sheet.12">
                  <p:embed/>
                </p:oleObj>
              </mc:Choice>
              <mc:Fallback>
                <p:oleObj name="워크시트" showAsIcon="1" r:id="rId4" imgW="38088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2970" y="2492896"/>
                        <a:ext cx="3810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37369"/>
              </p:ext>
            </p:extLst>
          </p:nvPr>
        </p:nvGraphicFramePr>
        <p:xfrm>
          <a:off x="11059" y="536956"/>
          <a:ext cx="9097445" cy="5916381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579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45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성능 평가 및 좌우 온도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에너지 시험팀 실차 챔버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PTC Heater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최대 성능 측정을 위한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을 해제하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테스트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22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성능 평가 및 좌우 온도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에너지 시험팀 실차 챔버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PTC Heater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최대 성능 측정을 위한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을 해제하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여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테스트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해제 후 테스트 진행 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진행 계획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1)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6,200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6,800W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향상을 위한 방안 회신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1~2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달이내 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선 완료 목표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2~3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달이내 개선점 안보이면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 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두원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대체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9524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BJ1 PTC Heater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좌우 온도 편차 발생 접수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: 7/15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- 8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주차 교체 및 평가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97225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25821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01238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98752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987279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28873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사전 기술 미팅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주요안건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UNR155/156, ISO26262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여부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74415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(7/25~8/7)</a:t>
                      </a:r>
                      <a:endParaRPr kumimoji="1" lang="ko-KR" altLang="en-US" sz="1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(8/8~8/14)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8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특이사항 없음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13551</TotalTime>
  <Words>1038</Words>
  <Application>Microsoft Office PowerPoint</Application>
  <PresentationFormat>화면 슬라이드 쇼(4:3)</PresentationFormat>
  <Paragraphs>319</Paragraphs>
  <Slides>11</Slides>
  <Notes>11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굴림</vt:lpstr>
      <vt:lpstr>맑은 고딕</vt:lpstr>
      <vt:lpstr>현대하모니 L</vt:lpstr>
      <vt:lpstr>Arial</vt:lpstr>
      <vt:lpstr>Lucida Sans Unicode</vt:lpstr>
      <vt:lpstr>Verdana</vt:lpstr>
      <vt:lpstr>Wingdings</vt:lpstr>
      <vt:lpstr>제안서 템플릿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5967</cp:revision>
  <cp:lastPrinted>2025-08-05T00:11:16Z</cp:lastPrinted>
  <dcterms:created xsi:type="dcterms:W3CDTF">2019-10-24T04:42:23Z</dcterms:created>
  <dcterms:modified xsi:type="dcterms:W3CDTF">2025-08-06T23:45:12Z</dcterms:modified>
  <cp:version/>
</cp:coreProperties>
</file>