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13"/>
  </p:notesMasterIdLst>
  <p:handoutMasterIdLst>
    <p:handoutMasterId r:id="rId14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6400" autoAdjust="0"/>
  </p:normalViewPr>
  <p:slideViewPr>
    <p:cSldViewPr snapToObjects="1">
      <p:cViewPr varScale="1">
        <p:scale>
          <a:sx n="111" d="100"/>
          <a:sy n="111" d="100"/>
        </p:scale>
        <p:origin x="1340" y="84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606507"/>
              </p:ext>
            </p:extLst>
          </p:nvPr>
        </p:nvGraphicFramePr>
        <p:xfrm>
          <a:off x="215899" y="692696"/>
          <a:ext cx="8748588" cy="3294080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04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287924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32059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244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924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좌우 온도 편차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8/11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교체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8/18 ~ 8/22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 최종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QV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및 최대 난방 평가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요구사항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성능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6,500W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기구팀에서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최대 성능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6,500W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출력되도록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시료 제작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7662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8/12 ~ 8/13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교체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8/18 ~ 8/22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 최종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465604"/>
              </p:ext>
            </p:extLst>
          </p:nvPr>
        </p:nvGraphicFramePr>
        <p:xfrm>
          <a:off x="11059" y="536957"/>
          <a:ext cx="9097445" cy="571317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23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8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63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8/11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교체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8/18 ~ 8/22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 최종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Test Plan ALM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등록완료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7/23</a:t>
                      </a:r>
                    </a:p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Test Plan Review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7/25</a:t>
                      </a:r>
                    </a:p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Test Plan Review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수정후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ALM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등록 완료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8/18 ~ 8/22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 최종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8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790227"/>
              </p:ext>
            </p:extLst>
          </p:nvPr>
        </p:nvGraphicFramePr>
        <p:xfrm>
          <a:off x="11059" y="536956"/>
          <a:ext cx="9097445" cy="5844372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요구사항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성능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6,500W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 확보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기구팀에서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최대 성능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6,500W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출력되도록 시료 제작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8/18 ~ 8/22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교체 및 시험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요구사항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성능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6,500W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 확보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35881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8/12 ~ 8/13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교체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8/18 ~ 8/22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 최종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8/18 ~ 8/22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 최종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97225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25821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11707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일정 점검 회의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8/12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98752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10569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60610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사전 기술 미팅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8/13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8/14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 협의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00969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(8/8~8/14)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(8/15~8/21)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13455</TotalTime>
  <Words>805</Words>
  <Application>Microsoft Office PowerPoint</Application>
  <PresentationFormat>화면 슬라이드 쇼(4:3)</PresentationFormat>
  <Paragraphs>299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5968</cp:revision>
  <dcterms:created xsi:type="dcterms:W3CDTF">2019-10-24T04:42:23Z</dcterms:created>
  <dcterms:modified xsi:type="dcterms:W3CDTF">2025-08-12T07:54:33Z</dcterms:modified>
  <cp:version/>
</cp:coreProperties>
</file>