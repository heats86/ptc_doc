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4"/>
  </p:notesMasterIdLst>
  <p:handoutMasterIdLst>
    <p:handoutMasterId r:id="rId15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  <p:sldId id="1007" r:id="rId13"/>
  </p:sldIdLst>
  <p:sldSz cx="9144000" cy="6858000" type="screen4x3"/>
  <p:notesSz cx="6802438" cy="9934575"/>
  <p:embeddedFontLst>
    <p:embeddedFont>
      <p:font typeface="굴림" panose="020B0600000101010101" pitchFamily="50" charset="-127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Lucida Sans Unicode" panose="020B0602030504020204" pitchFamily="34" charset="0"/>
      <p:regular r:id="rId23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5644" autoAdjust="0"/>
  </p:normalViewPr>
  <p:slideViewPr>
    <p:cSldViewPr snapToObjects="1">
      <p:cViewPr varScale="1">
        <p:scale>
          <a:sx n="140" d="100"/>
          <a:sy n="140" d="100"/>
        </p:scale>
        <p:origin x="5148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2025-10-15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622876"/>
              </p:ext>
            </p:extLst>
          </p:nvPr>
        </p:nvGraphicFramePr>
        <p:xfrm>
          <a:off x="215899" y="692697"/>
          <a:ext cx="8676581" cy="4799563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269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기준 보다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강화된 기준으로 시료 요청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상하 평균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미만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(ES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30mm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미만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포인트 중 최대와 최소의 차이가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이내인 제품 준비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578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P1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좌우 편차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최종 평가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10/15 (P1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편차 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특이사항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HVAC Blower Motor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11.3V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가 나와야 정상이나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10.8V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시험팀에서 특이사항 검토 후 시험에 대한 영향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평가 후 메일 회신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232538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565185"/>
              </p:ext>
            </p:extLst>
          </p:nvPr>
        </p:nvGraphicFramePr>
        <p:xfrm>
          <a:off x="47211" y="536957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ES95480-00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%)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Architecture Design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Unit Detail Design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Test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570166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360778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10/15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편차 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특이사항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HVAC Blower Motor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11.3V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가 나와야 정상이나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10.8V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시험팀에서 특이사항 검토 후 시험에 대한 영향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평가 후 메일 회신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131213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조율 중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0653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910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52046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여부 확인 요청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 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ES95480-00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선 감사 사이버 보안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품질팀에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의뢰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여부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미회신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NE1a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NX5e PHEV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변동점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요청 회신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(10/01)</a:t>
                      </a: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EOL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 항목 차이점 비교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없음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비교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있음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(MAX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변경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보호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비교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있음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 범위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고장진단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사양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체크리스트 확인 및 갱신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기구팀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Core Temp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최적화 진행 결과 확인 및 반영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90294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162840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주간 회의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(10/13)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AY LHD ESIR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내부 일정 변경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09/30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2259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선정 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1606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 HVAC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고전압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데이터 현황 점검 회의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화상회의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4746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15407</TotalTime>
  <Words>1231</Words>
  <Application>Microsoft Office PowerPoint</Application>
  <PresentationFormat>화면 슬라이드 쇼(4:3)</PresentationFormat>
  <Paragraphs>360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Wingdings</vt:lpstr>
      <vt:lpstr>Arial</vt:lpstr>
      <vt:lpstr>굴림</vt:lpstr>
      <vt:lpstr>Verdana</vt:lpstr>
      <vt:lpstr>맑은 고딕</vt:lpstr>
      <vt:lpstr>Lucida Sans Unicode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6124</cp:revision>
  <dcterms:created xsi:type="dcterms:W3CDTF">2019-10-24T04:42:23Z</dcterms:created>
  <dcterms:modified xsi:type="dcterms:W3CDTF">2025-10-15T10:38:46Z</dcterms:modified>
  <cp:version/>
</cp:coreProperties>
</file>