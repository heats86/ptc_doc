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embeddedFontLst>
    <p:embeddedFont>
      <p:font typeface="굴림" panose="020B0600000101010101" pitchFamily="34" charset="-127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  <p:embeddedFont>
      <p:font typeface="맑은 고딕" panose="020B0503020000020004" pitchFamily="34" charset="-127"/>
      <p:regular r:id="rId20"/>
      <p:bold r:id="rId21"/>
    </p:embeddedFont>
    <p:embeddedFont>
      <p:font typeface="Lucida Sans Unicode" panose="020B0602030504020204" pitchFamily="34" charset="0"/>
      <p:regular r:id="rId2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6400" autoAdjust="0"/>
  </p:normalViewPr>
  <p:slideViewPr>
    <p:cSldViewPr snapToObjects="1">
      <p:cViewPr varScale="1">
        <p:scale>
          <a:sx n="109" d="100"/>
          <a:sy n="109" d="100"/>
        </p:scale>
        <p:origin x="1422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2025-08-27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74986"/>
              </p:ext>
            </p:extLst>
          </p:nvPr>
        </p:nvGraphicFramePr>
        <p:xfrm>
          <a:off x="215899" y="692696"/>
          <a:ext cx="8748588" cy="329408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좌우 온도 편차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최종 시험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QV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및 최대 난방 평가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평가 및 원인 분석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SV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SVm (24mm)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SVm (26mm, 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8/28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8/29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9/1~2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미적용차량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 시료 교체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309824"/>
              </p:ext>
            </p:extLst>
          </p:nvPr>
        </p:nvGraphicFramePr>
        <p:xfrm>
          <a:off x="47211" y="536957"/>
          <a:ext cx="9073008" cy="5751675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5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최종 시험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SWE. 1, 2, 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산출물 작성 및 검토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Unit Test Case Specification (80%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90%)</a:t>
                      </a:r>
                      <a:b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Integration Test Case Specification (80%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90%)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 Static Test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씨앤비스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점검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8/28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최대 난방 및 좌우 편차 원인 분석위한 한온 방문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   -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일정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: 8/26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   -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장소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한온 연구소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   -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결과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: SV and QV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좌우 편차 동일 한 증상 재현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             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현대 공조설계팀으로부터 한온 담당자에게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Floor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모드에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             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j-ea"/>
                          <a:cs typeface="+mn-cs"/>
                        </a:rPr>
                        <a:t> 좌우 풍향 재 평가 요청 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33" name="개체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00350"/>
              </p:ext>
            </p:extLst>
          </p:nvPr>
        </p:nvGraphicFramePr>
        <p:xfrm>
          <a:off x="3922621" y="2818351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워크시트" showAsIcon="1" r:id="rId4" imgW="380880" imgH="806400" progId="Excel.Sheet.12">
                  <p:embed/>
                </p:oleObj>
              </mc:Choice>
              <mc:Fallback>
                <p:oleObj name="워크시트" showAsIcon="1" r:id="rId4" imgW="380880" imgH="806400" progId="Excel.Sheet.12">
                  <p:embed/>
                  <p:pic>
                    <p:nvPicPr>
                      <p:cNvPr id="9" name="개체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2621" y="2818351"/>
                        <a:ext cx="3810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795555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챔버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평가 및 원인 분석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SV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SVm (24mm)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SVm (26mm, 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8/28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시험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8/29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SVm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대책 회의 참석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8/27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남양연구소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73430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9/1~2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미적용차량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 시료 교체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에너지 시험팀 실차 챔버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0312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06249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7532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(8/20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요청하였으나 답변 지연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endParaRPr lang="en-US" altLang="ko-KR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[QV 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적용사항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1. Debug Port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대하여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비전으로 납땜이 되지 않은것을 검출 하며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상    </a:t>
                      </a:r>
                      <a:endParaRPr lang="en-US" altLang="ko-KR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추가하여 추적 관리 할 수 있어야 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 EOL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상에서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 되었는지 표시 해야만 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3. 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양산이후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없도록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Bootloader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제거해야한다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 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pPr fontAlgn="t" latinLnBrk="0"/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4. LP2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시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5EA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한하여 사이버 보안 적용 품 납품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 latinLnBrk="0"/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  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 </a:t>
                      </a:r>
                      <a:r>
                        <a:rPr lang="ko-KR" altLang="en-US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단계부터 전량에 대하여 사이버 보안 적용 품 납품</a:t>
                      </a:r>
                      <a:r>
                        <a:rPr lang="en-US" altLang="ko-KR" sz="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관련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동일하게 진행 하면 되는지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유선 연락 하여 확인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64066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02431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63456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사전 기술 미팅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8/25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주차 미팅 일정 조율 진행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및 기능안전 미적용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1469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(8/22~8/28)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(8/29~9/4)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15010</TotalTime>
  <Words>1095</Words>
  <Application>Microsoft Office PowerPoint</Application>
  <PresentationFormat>화면 슬라이드 쇼(4:3)</PresentationFormat>
  <Paragraphs>323</Paragraphs>
  <Slides>11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굴림</vt:lpstr>
      <vt:lpstr>Verdana</vt:lpstr>
      <vt:lpstr>맑은 고딕</vt:lpstr>
      <vt:lpstr>Lucida Sans Unicode</vt:lpstr>
      <vt:lpstr>Wingdings</vt:lpstr>
      <vt:lpstr>Arial</vt:lpstr>
      <vt:lpstr>제안서 템플릿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6027</cp:revision>
  <dcterms:created xsi:type="dcterms:W3CDTF">2019-10-24T04:42:23Z</dcterms:created>
  <dcterms:modified xsi:type="dcterms:W3CDTF">2025-08-27T09:43:45Z</dcterms:modified>
  <cp:version/>
</cp:coreProperties>
</file>