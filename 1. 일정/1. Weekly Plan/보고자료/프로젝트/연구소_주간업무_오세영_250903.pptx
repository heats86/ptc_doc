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3"/>
  </p:notesMasterIdLst>
  <p:handoutMasterIdLst>
    <p:handoutMasterId r:id="rId14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</p:sldIdLst>
  <p:sldSz cx="9144000" cy="6858000" type="screen4x3"/>
  <p:notesSz cx="6802438" cy="9934575"/>
  <p:embeddedFontLst>
    <p:embeddedFont>
      <p:font typeface="굴림" panose="020B0600000101010101" pitchFamily="34" charset="-127"/>
      <p:regular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  <p:embeddedFont>
      <p:font typeface="맑은 고딕" panose="020B0503020000020004" pitchFamily="34" charset="-127"/>
      <p:regular r:id="rId20"/>
      <p:bold r:id="rId21"/>
    </p:embeddedFont>
    <p:embeddedFont>
      <p:font typeface="Lucida Sans Unicode" panose="020B0602030504020204" pitchFamily="34" charset="0"/>
      <p:regular r:id="rId2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02" autoAdjust="0"/>
    <p:restoredTop sz="96400" autoAdjust="0"/>
  </p:normalViewPr>
  <p:slideViewPr>
    <p:cSldViewPr snapToObjects="1">
      <p:cViewPr varScale="1">
        <p:scale>
          <a:sx n="113" d="100"/>
          <a:sy n="113" d="100"/>
        </p:scale>
        <p:origin x="1302" y="96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2025-09-03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884310"/>
              </p:ext>
            </p:extLst>
          </p:nvPr>
        </p:nvGraphicFramePr>
        <p:xfrm>
          <a:off x="215899" y="692696"/>
          <a:ext cx="8748588" cy="4208480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973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좌우 온도 편차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주차 시험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시험팀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실차 챔버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QV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및 최대 난방 평가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9/4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예상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챔버 시험 결과 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적용 시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예상됨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7662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최대 난방 및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BJ1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예상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297V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적용 시 최대 난방 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예상됨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최대 난방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815241"/>
              </p:ext>
            </p:extLst>
          </p:nvPr>
        </p:nvGraphicFramePr>
        <p:xfrm>
          <a:off x="47211" y="536957"/>
          <a:ext cx="9073008" cy="580933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54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주차 시험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시험팀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실차 챔버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 위한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진행 중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(~9/8)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진행 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체크리스트에 따른 시험 진행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SWE. 1, 2, 3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산출물 작성 및 검토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Unit Test Case Specification (80%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90%)</a:t>
                      </a:r>
                      <a:b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Integration Test Case Specification (80%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90%)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Static Test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씨앤비스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점검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8/28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33" name="개체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902972"/>
              </p:ext>
            </p:extLst>
          </p:nvPr>
        </p:nvGraphicFramePr>
        <p:xfrm>
          <a:off x="3922621" y="3789040"/>
          <a:ext cx="3810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워크시트" showAsIcon="1" r:id="rId4" imgW="380880" imgH="806400" progId="Excel.Sheet.12">
                  <p:embed/>
                </p:oleObj>
              </mc:Choice>
              <mc:Fallback>
                <p:oleObj name="워크시트" showAsIcon="1" r:id="rId4" imgW="380880" imgH="806400" progId="Excel.Sheet.12">
                  <p:embed/>
                  <p:pic>
                    <p:nvPicPr>
                      <p:cNvPr id="9" name="개체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2621" y="3789040"/>
                        <a:ext cx="3810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688256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9/4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TC 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변경에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Soft-Start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설계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높아짐으로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무풍 저풍량 시험 불만족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Soft-Start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설계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(~9/19)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BJ/QV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수평 전개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9/4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남양연구소 환경 시험동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354500"/>
              </p:ext>
            </p:extLst>
          </p:nvPr>
        </p:nvGraphicFramePr>
        <p:xfrm>
          <a:off x="11059" y="536956"/>
          <a:ext cx="9097445" cy="5884252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BJ1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BJ1 RHD Sample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BJ1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남양연구소 환경 시험동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35540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46233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65076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관련 문의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설계팀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진행 하면 되는지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(8/20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요청하였으나 답변 지연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fontAlgn="t" latinLnBrk="0"/>
                      <a:endParaRPr lang="en-US" altLang="ko-KR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[QV 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적용사항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1. Debug Port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대하여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비전으로 납땜이 되지 않은것을 검출 하며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상    </a:t>
                      </a:r>
                      <a:endParaRPr lang="en-US" altLang="ko-KR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추가하여 추적 관리 할 수 있어야 한다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 EOL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상에서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적용 되었는지 표시 해야만 한다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3. 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양산이후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 수 없도록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Bootloader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제거해야한다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4. LP2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시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5EA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한하여 사이버 보안 적용 품 납품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  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단계부터 전량에 대하여 사이버 보안 적용 품 납품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관련 문의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설계팀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진행 하면 되는지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유선 연락 하여 확인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82886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776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451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05325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15111</TotalTime>
  <Words>1090</Words>
  <Application>Microsoft Office PowerPoint</Application>
  <PresentationFormat>화면 슬라이드 쇼(4:3)</PresentationFormat>
  <Paragraphs>331</Paragraphs>
  <Slides>11</Slides>
  <Notes>11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굴림</vt:lpstr>
      <vt:lpstr>Verdana</vt:lpstr>
      <vt:lpstr>맑은 고딕</vt:lpstr>
      <vt:lpstr>Lucida Sans Unicode</vt:lpstr>
      <vt:lpstr>Wingdings</vt:lpstr>
      <vt:lpstr>Arial</vt:lpstr>
      <vt:lpstr>제안서 템플릿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6041</cp:revision>
  <dcterms:created xsi:type="dcterms:W3CDTF">2019-10-24T04:42:23Z</dcterms:created>
  <dcterms:modified xsi:type="dcterms:W3CDTF">2025-09-03T07:38:59Z</dcterms:modified>
  <cp:version/>
</cp:coreProperties>
</file>