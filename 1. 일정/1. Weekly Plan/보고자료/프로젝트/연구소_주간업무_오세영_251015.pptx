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  <p:sldId id="1007" r:id="rId13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6"/>
    </p:embeddedFont>
    <p:embeddedFont>
      <p:font typeface="Lucida Sans Unicode" panose="020B0602030504020204" pitchFamily="34" charset="0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5644" autoAdjust="0"/>
  </p:normalViewPr>
  <p:slideViewPr>
    <p:cSldViewPr snapToObjects="1">
      <p:cViewPr varScale="1">
        <p:scale>
          <a:sx n="139" d="100"/>
          <a:sy n="139" d="100"/>
        </p:scale>
        <p:origin x="5178" y="11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44066"/>
              </p:ext>
            </p:extLst>
          </p:nvPr>
        </p:nvGraphicFramePr>
        <p:xfrm>
          <a:off x="215899" y="692697"/>
          <a:ext cx="8748589" cy="5195062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289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차량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만족 기준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Room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시료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Room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--&gt; QV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차량 최대 난방 평가 문제없음을 확인함</a:t>
                      </a:r>
                    </a:p>
                    <a:p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이후부터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 Stone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변경됨에 따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른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평가는 하지 않음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       단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BJ1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문제 발생 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 진행 예정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심사 결과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등급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후 지속적으로 업무 진행 중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578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P1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좌우 편차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최종 평가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제한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6200W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7200W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적용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232538"/>
                  </a:ext>
                </a:extLst>
              </a:tr>
              <a:tr h="700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 ASPICE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70217"/>
                  </a:ext>
                </a:extLst>
              </a:tr>
              <a:tr h="4103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Maruti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Suzuki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25916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549427"/>
              </p:ext>
            </p:extLst>
          </p:nvPr>
        </p:nvGraphicFramePr>
        <p:xfrm>
          <a:off x="47211" y="536957"/>
          <a:ext cx="9073008" cy="6032881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차량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합동 평가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만족 기준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Room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시료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Room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--&gt; QV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차량 최대 난방 평가 문제없음을 확인함</a:t>
                      </a:r>
                    </a:p>
                    <a:p>
                      <a:r>
                        <a:rPr lang="ko-KR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이후부터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 Stone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변경됨에 따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른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평가는 하지 않음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       단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BJ1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문제 발생 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 진행 예정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10%)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Architecture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Unit Detail Design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(100%)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Unit Test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Heating Control (100%), Communication (50%)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570166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90876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 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제한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6200W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7200W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적용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62891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065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910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48415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여부 확인 요청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시험방법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사양서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</a:p>
                    <a:p>
                      <a:pPr latinLnBrk="0"/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선 감사 사이버 보안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품질팀에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의뢰 여부 확인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NE1a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NX5e PHEV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고전압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변동점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회신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10/01)</a:t>
                      </a: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EOL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항목 차이점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없음</a:t>
                      </a:r>
                      <a:endParaRPr lang="en-US" altLang="ko-KR" sz="1000" b="0" i="0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(MAX </a:t>
                      </a:r>
                      <a:r>
                        <a:rPr lang="ko-KR" altLang="en-US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성능 변경</a:t>
                      </a:r>
                      <a:r>
                        <a:rPr lang="en-US" altLang="ko-KR" sz="10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보호 </a:t>
                      </a:r>
                      <a:r>
                        <a:rPr lang="ko-KR" altLang="en-US" sz="1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차이점 있음 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전압 범위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</a:t>
                      </a:r>
                      <a:r>
                        <a:rPr lang="ko-KR" altLang="en-US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고장진단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사양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로직점검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체크리스트 확인 및 갱신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기구팀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Core Temp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최적화 진행 결과 확인 및 반영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9029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78534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주간 회의 진행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(10/13)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4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수령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AY LHD, RHD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AY LHD ESIR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내부 일정 변경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09/30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225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1606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4746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(10/10~10/16)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(10/17~10/23)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15376</TotalTime>
  <Words>886</Words>
  <Application>Microsoft Office PowerPoint</Application>
  <PresentationFormat>화면 슬라이드 쇼(4:3)</PresentationFormat>
  <Paragraphs>374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Arial</vt:lpstr>
      <vt:lpstr>굴림</vt:lpstr>
      <vt:lpstr>Wingdings</vt:lpstr>
      <vt:lpstr>Lucida Sans Unicode</vt:lpstr>
      <vt:lpstr>Verdana</vt:lpstr>
      <vt:lpstr>맑은 고딕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6114</cp:revision>
  <dcterms:created xsi:type="dcterms:W3CDTF">2019-10-24T04:42:23Z</dcterms:created>
  <dcterms:modified xsi:type="dcterms:W3CDTF">2025-10-15T00:08:04Z</dcterms:modified>
  <cp:version/>
</cp:coreProperties>
</file>