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24"/>
  </p:notesMasterIdLst>
  <p:handoutMasterIdLst>
    <p:handoutMasterId r:id="rId25"/>
  </p:handoutMasterIdLst>
  <p:sldIdLst>
    <p:sldId id="947" r:id="rId2"/>
    <p:sldId id="1137" r:id="rId3"/>
    <p:sldId id="1169" r:id="rId4"/>
    <p:sldId id="1170" r:id="rId5"/>
    <p:sldId id="1171" r:id="rId6"/>
    <p:sldId id="1151" r:id="rId7"/>
    <p:sldId id="1152" r:id="rId8"/>
    <p:sldId id="1153" r:id="rId9"/>
    <p:sldId id="1163" r:id="rId10"/>
    <p:sldId id="1155" r:id="rId11"/>
    <p:sldId id="1156" r:id="rId12"/>
    <p:sldId id="1157" r:id="rId13"/>
    <p:sldId id="1158" r:id="rId14"/>
    <p:sldId id="1159" r:id="rId15"/>
    <p:sldId id="1160" r:id="rId16"/>
    <p:sldId id="1161" r:id="rId17"/>
    <p:sldId id="1162" r:id="rId18"/>
    <p:sldId id="1165" r:id="rId19"/>
    <p:sldId id="1166" r:id="rId20"/>
    <p:sldId id="1167" r:id="rId21"/>
    <p:sldId id="1168" r:id="rId22"/>
    <p:sldId id="1164" r:id="rId2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8D4B1F-D1D2-4892-AC90-0F1C73CC5FC5}">
          <p14:sldIdLst>
            <p14:sldId id="947"/>
          </p14:sldIdLst>
        </p14:section>
        <p14:section name="지시내용/의사결정/리스크/이슈현황" id="{5588297A-0314-480D-89DF-96CA41CC583D}">
          <p14:sldIdLst>
            <p14:sldId id="1137"/>
            <p14:sldId id="1169"/>
            <p14:sldId id="1170"/>
            <p14:sldId id="1171"/>
          </p14:sldIdLst>
        </p14:section>
        <p14:section name="Air PTC" id="{B956D88F-70E2-4349-B8DC-375A4283FAA0}">
          <p14:sldIdLst>
            <p14:sldId id="1151"/>
            <p14:sldId id="1152"/>
            <p14:sldId id="1153"/>
            <p14:sldId id="1163"/>
            <p14:sldId id="1155"/>
            <p14:sldId id="1156"/>
            <p14:sldId id="1157"/>
            <p14:sldId id="1158"/>
            <p14:sldId id="1159"/>
            <p14:sldId id="1160"/>
            <p14:sldId id="1161"/>
            <p14:sldId id="1162"/>
          </p14:sldIdLst>
        </p14:section>
        <p14:section name="모터" id="{05E9A145-F0BD-4F31-BAA2-C9351D4631C5}">
          <p14:sldIdLst>
            <p14:sldId id="1165"/>
            <p14:sldId id="1166"/>
            <p14:sldId id="1167"/>
            <p14:sldId id="1168"/>
          </p14:sldIdLst>
        </p14:section>
        <p14:section name="공유 및 공지내용" id="{7B3D5BD4-254A-43C9-9404-EC10D85B8375}">
          <p14:sldIdLst>
            <p14:sldId id="11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7" autoAdjust="0"/>
    <p:restoredTop sz="96400" autoAdjust="0"/>
  </p:normalViewPr>
  <p:slideViewPr>
    <p:cSldViewPr snapToObjects="1">
      <p:cViewPr varScale="1">
        <p:scale>
          <a:sx n="115" d="100"/>
          <a:sy n="115" d="100"/>
        </p:scale>
        <p:origin x="1536" y="8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793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60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070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090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368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435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64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50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64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34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865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2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6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24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993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96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4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2222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8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28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S/W 1</a:t>
            </a:r>
            <a:r>
              <a:rPr lang="ko-KR" altLang="en-US" sz="28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팀 </a:t>
            </a:r>
            <a:r>
              <a:rPr kumimoji="1" lang="ko-KR" altLang="en-US" sz="28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주간보고</a:t>
            </a:r>
            <a:r>
              <a:rPr kumimoji="1" lang="ko-KR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자료</a:t>
            </a:r>
            <a:endParaRPr kumimoji="1" lang="en-US" altLang="ko-KR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6512" y="6232046"/>
            <a:ext cx="914400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1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S/W 1,2</a:t>
            </a:r>
            <a:r>
              <a:rPr lang="ko-KR" altLang="en-US" sz="1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55211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2026.01.21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1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5599"/>
              </p:ext>
            </p:extLst>
          </p:nvPr>
        </p:nvGraphicFramePr>
        <p:xfrm>
          <a:off x="251520" y="980728"/>
          <a:ext cx="8676581" cy="3898738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월초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PTC &lt;-&gt; ATCU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신호 정합성 합동 검증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각종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스위치를 연결하여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하여 검증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(H/W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제작 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IGBT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 Current Fault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위험성에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검증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P1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성능 미달로 인한 성능 증대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완료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작동 전압 범위 변경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MVa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MX5)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268V ~ 640V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Linear MAX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전력 변경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 Zone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4100W  4,300W, Total 8,200W  8,600W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최종 개선 시료 성능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증대에 따른 변경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R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튜닝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HVAC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성능 증대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입수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(1/20)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시험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재진행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완료 후 차주 진행 일정 조율 예정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Proto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930075"/>
              </p:ext>
            </p:extLst>
          </p:nvPr>
        </p:nvGraphicFramePr>
        <p:xfrm>
          <a:off x="251520" y="980728"/>
          <a:ext cx="8676581" cy="3111144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NX5E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 Fault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따른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협의 진행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동작 중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냉각수 온도에 따른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Core Temp Fault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안전상 동작 되어야함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의견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Local CAN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하이브리드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차량 정보를 추가하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     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상황에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전송 여부 검토 진행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All Tool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공정감사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(LSS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혜인시스템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1/27~1/29 (TBD)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혜인시스템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시험 의뢰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(~01/30)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기관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현대차 사이버 보안 품질 연구팀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시료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PCB 1EA, Signal Connector 1EA, E2 Pin Connector 1EA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140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60075"/>
              </p:ext>
            </p:extLst>
          </p:nvPr>
        </p:nvGraphicFramePr>
        <p:xfrm>
          <a:off x="251520" y="980728"/>
          <a:ext cx="8676581" cy="5747664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dirty="0" smtClean="0"/>
                        <a:t>토크 미세 증대 요청에 따른 </a:t>
                      </a:r>
                      <a:r>
                        <a:rPr lang="en-US" altLang="ko-KR" sz="1000" dirty="0" smtClean="0"/>
                        <a:t>S/W </a:t>
                      </a:r>
                      <a:r>
                        <a:rPr lang="ko-KR" altLang="en-US" sz="1000" dirty="0" smtClean="0"/>
                        <a:t>수정 및 시험 </a:t>
                      </a:r>
                      <a:r>
                        <a:rPr lang="en-US" altLang="ko-KR" sz="1000" baseline="0" dirty="0" smtClean="0"/>
                        <a:t>(~1/22)</a:t>
                      </a:r>
                      <a:endParaRPr lang="en-US" altLang="ko-KR" sz="100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- </a:t>
                      </a:r>
                      <a:r>
                        <a:rPr lang="ko-KR" altLang="en-US" sz="1000" dirty="0" err="1" smtClean="0"/>
                        <a:t>전압별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(9V</a:t>
                      </a:r>
                      <a:r>
                        <a:rPr lang="en-US" altLang="ko-KR" sz="1000" baseline="0" dirty="0" smtClean="0"/>
                        <a:t> ~ 16V)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/ </a:t>
                      </a:r>
                      <a:r>
                        <a:rPr lang="ko-KR" altLang="en-US" sz="1000" dirty="0" err="1" smtClean="0"/>
                        <a:t>온도별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(-40</a:t>
                      </a:r>
                      <a:r>
                        <a:rPr lang="ko-KR" altLang="en-US" sz="1000" dirty="0" smtClean="0"/>
                        <a:t>도 </a:t>
                      </a:r>
                      <a:r>
                        <a:rPr lang="en-US" altLang="ko-KR" sz="1000" dirty="0" smtClean="0"/>
                        <a:t>~ 80</a:t>
                      </a:r>
                      <a:r>
                        <a:rPr lang="ko-KR" altLang="en-US" sz="1000" dirty="0" smtClean="0"/>
                        <a:t>도</a:t>
                      </a:r>
                      <a:r>
                        <a:rPr lang="en-US" altLang="ko-KR" sz="1000" dirty="0" smtClean="0"/>
                        <a:t>) </a:t>
                      </a:r>
                      <a:r>
                        <a:rPr lang="ko-KR" altLang="en-US" sz="1000" dirty="0" smtClean="0"/>
                        <a:t>에서 동작 토크 변경</a:t>
                      </a:r>
                      <a:endParaRPr lang="en-US" altLang="ko-KR" sz="100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 Min torque : 7 -&gt; 7.5,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- </a:t>
                      </a:r>
                      <a:r>
                        <a:rPr lang="ko-KR" altLang="en-US" sz="1000" dirty="0" smtClean="0"/>
                        <a:t>토크 수정에 따른 </a:t>
                      </a:r>
                      <a:r>
                        <a:rPr lang="ko-KR" altLang="en-US" sz="1000" dirty="0" err="1" smtClean="0"/>
                        <a:t>부스트</a:t>
                      </a:r>
                      <a:r>
                        <a:rPr lang="ko-KR" altLang="en-US" sz="1000" dirty="0" smtClean="0"/>
                        <a:t> 전류 튜닝</a:t>
                      </a:r>
                      <a:endParaRPr lang="en-US" altLang="ko-KR" sz="100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- </a:t>
                      </a:r>
                      <a:r>
                        <a:rPr lang="ko-KR" altLang="en-US" sz="1000" dirty="0" smtClean="0"/>
                        <a:t>토크 확정을 위한 시료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en-US" altLang="ko-KR" sz="1000" baseline="0" dirty="0" smtClean="0"/>
                        <a:t>3EA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dirty="0" err="1" smtClean="0"/>
                        <a:t>전압별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err="1" smtClean="0"/>
                        <a:t>온도별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baseline="0" dirty="0" smtClean="0"/>
                        <a:t>토크 측정 진행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2. </a:t>
                      </a:r>
                      <a:r>
                        <a:rPr lang="ko-KR" altLang="en-US" sz="1000" dirty="0" smtClean="0"/>
                        <a:t>정확도 튜닝 진행 </a:t>
                      </a:r>
                      <a:r>
                        <a:rPr lang="en-US" altLang="ko-KR" sz="1000" dirty="0" smtClean="0"/>
                        <a:t>(1/28)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- 50%</a:t>
                      </a:r>
                      <a:r>
                        <a:rPr lang="ko-KR" altLang="en-US" sz="1000" dirty="0" smtClean="0"/>
                        <a:t>구간 약 </a:t>
                      </a:r>
                      <a:r>
                        <a:rPr lang="en-US" altLang="ko-KR" sz="1000" dirty="0" smtClean="0"/>
                        <a:t>2</a:t>
                      </a:r>
                      <a:r>
                        <a:rPr lang="ko-KR" altLang="en-US" sz="1000" dirty="0" smtClean="0"/>
                        <a:t>도 틀어짐에 따른 튜닝 진행 </a:t>
                      </a:r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err="1" smtClean="0"/>
                        <a:t>오차률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Spec</a:t>
                      </a:r>
                      <a:r>
                        <a:rPr lang="en-US" altLang="ko-KR" sz="1000" baseline="0" dirty="0" smtClean="0"/>
                        <a:t> : </a:t>
                      </a:r>
                      <a:r>
                        <a:rPr lang="en-US" altLang="ko-KR" sz="1000" dirty="0" smtClean="0"/>
                        <a:t>±1</a:t>
                      </a:r>
                      <a:r>
                        <a:rPr lang="ko-KR" altLang="en-US" sz="1000" dirty="0" smtClean="0"/>
                        <a:t>도</a:t>
                      </a:r>
                      <a:r>
                        <a:rPr lang="en-US" altLang="ko-KR" sz="1000" dirty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3. </a:t>
                      </a:r>
                      <a:r>
                        <a:rPr lang="ko-KR" altLang="en-US" sz="1000" dirty="0" smtClean="0"/>
                        <a:t>전압 크래킹 시 </a:t>
                      </a:r>
                      <a:r>
                        <a:rPr lang="en-US" altLang="ko-KR" sz="1000" dirty="0" smtClean="0"/>
                        <a:t>S/W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동작 </a:t>
                      </a:r>
                      <a:r>
                        <a:rPr lang="ko-KR" altLang="en-US" sz="1000" dirty="0" smtClean="0"/>
                        <a:t>방안 추가 검토</a:t>
                      </a:r>
                      <a:endParaRPr lang="en-US" altLang="ko-KR" sz="100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- </a:t>
                      </a:r>
                      <a:r>
                        <a:rPr lang="ko-KR" altLang="en-US" sz="1000" dirty="0" smtClean="0"/>
                        <a:t>시동 </a:t>
                      </a:r>
                      <a:r>
                        <a:rPr lang="en-US" altLang="ko-KR" sz="1000" dirty="0" smtClean="0"/>
                        <a:t>on  </a:t>
                      </a:r>
                      <a:r>
                        <a:rPr lang="ko-KR" altLang="en-US" sz="1000" dirty="0" smtClean="0"/>
                        <a:t>이후 </a:t>
                      </a:r>
                      <a:r>
                        <a:rPr lang="en-US" altLang="ko-KR" sz="1000" dirty="0" smtClean="0"/>
                        <a:t>2P Cal </a:t>
                      </a:r>
                      <a:r>
                        <a:rPr lang="ko-KR" altLang="en-US" sz="1000" dirty="0" smtClean="0"/>
                        <a:t>시 </a:t>
                      </a:r>
                      <a:r>
                        <a:rPr lang="en-US" altLang="ko-KR" sz="1000" dirty="0" smtClean="0"/>
                        <a:t>3</a:t>
                      </a:r>
                      <a:r>
                        <a:rPr lang="ko-KR" altLang="en-US" sz="1000" dirty="0" smtClean="0"/>
                        <a:t>회 </a:t>
                      </a:r>
                      <a:r>
                        <a:rPr lang="en-US" altLang="ko-KR" sz="1000" dirty="0" smtClean="0"/>
                        <a:t>retry </a:t>
                      </a:r>
                      <a:r>
                        <a:rPr lang="ko-KR" altLang="en-US" sz="1000" dirty="0" smtClean="0"/>
                        <a:t>하도록 </a:t>
                      </a:r>
                      <a:r>
                        <a:rPr lang="en-US" altLang="ko-KR" sz="1000" dirty="0" smtClean="0"/>
                        <a:t>S/W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수정 하였으나</a:t>
                      </a:r>
                      <a:r>
                        <a:rPr lang="en-US" altLang="ko-KR" sz="1000" baseline="0" dirty="0" smtClean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</a:t>
                      </a:r>
                      <a:r>
                        <a:rPr lang="ko-KR" altLang="en-US" sz="1000" baseline="0" dirty="0" smtClean="0"/>
                        <a:t>고객사에서는 근본 방안이 되지 않음을 고지 하였으며</a:t>
                      </a:r>
                      <a:r>
                        <a:rPr lang="en-US" altLang="ko-KR" sz="1000" baseline="0" dirty="0" smtClean="0"/>
                        <a:t>,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</a:t>
                      </a:r>
                      <a:r>
                        <a:rPr lang="ko-KR" altLang="en-US" sz="1000" baseline="0" dirty="0" smtClean="0"/>
                        <a:t>추가 방안 </a:t>
                      </a:r>
                      <a:r>
                        <a:rPr lang="ko-KR" altLang="en-US" sz="1000" baseline="0" dirty="0" err="1" smtClean="0"/>
                        <a:t>검토중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: </a:t>
                      </a:r>
                      <a:r>
                        <a:rPr lang="ko-KR" altLang="en-US" sz="1000" baseline="0" dirty="0" smtClean="0"/>
                        <a:t>기 설계 되어진 통합 전류 검출의 </a:t>
                      </a:r>
                      <a:r>
                        <a:rPr lang="en-US" altLang="ko-KR" sz="1000" baseline="0" dirty="0" smtClean="0"/>
                        <a:t>Low Pass Filter </a:t>
                      </a:r>
                      <a:r>
                        <a:rPr lang="ko-KR" altLang="en-US" sz="1000" baseline="0" dirty="0" smtClean="0"/>
                        <a:t>문제점 발견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  </a:t>
                      </a:r>
                      <a:r>
                        <a:rPr lang="ko-KR" altLang="en-US" sz="1000" baseline="0" dirty="0" smtClean="0"/>
                        <a:t>되어</a:t>
                      </a:r>
                      <a:r>
                        <a:rPr lang="en-US" altLang="ko-KR" sz="1000" baseline="0" dirty="0" smtClean="0"/>
                        <a:t>, Filter </a:t>
                      </a:r>
                      <a:r>
                        <a:rPr lang="ko-KR" altLang="en-US" sz="1000" baseline="0" dirty="0" smtClean="0"/>
                        <a:t>수정 후 </a:t>
                      </a:r>
                      <a:r>
                        <a:rPr lang="en-US" altLang="ko-KR" sz="1000" baseline="0" dirty="0" smtClean="0"/>
                        <a:t>1</a:t>
                      </a:r>
                      <a:r>
                        <a:rPr lang="ko-KR" altLang="en-US" sz="1000" baseline="0" dirty="0" smtClean="0"/>
                        <a:t>차 검증 완료 </a:t>
                      </a:r>
                      <a:r>
                        <a:rPr lang="en-US" altLang="ko-KR" sz="1000" baseline="0" dirty="0" smtClean="0"/>
                        <a:t>(1/21)</a:t>
                      </a:r>
                      <a:endParaRPr lang="en-US" altLang="ko-KR" sz="100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: </a:t>
                      </a:r>
                      <a:r>
                        <a:rPr lang="ko-KR" altLang="en-US" sz="1000" baseline="0" dirty="0" smtClean="0"/>
                        <a:t>상 전류 검출로는 동작 중 전압 크래킹에 의한 검출 불가로 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  </a:t>
                      </a:r>
                      <a:r>
                        <a:rPr lang="ko-KR" altLang="en-US" sz="1000" baseline="0" dirty="0" smtClean="0"/>
                        <a:t>전압 </a:t>
                      </a:r>
                      <a:r>
                        <a:rPr lang="en-US" altLang="ko-KR" sz="1000" baseline="0" dirty="0" smtClean="0"/>
                        <a:t>Drop</a:t>
                      </a:r>
                      <a:r>
                        <a:rPr lang="ko-KR" altLang="en-US" sz="1000" baseline="0" dirty="0" smtClean="0"/>
                        <a:t> 감지 시 상 전류 검출 기능 미수행 검토 중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4. 1~3</a:t>
                      </a:r>
                      <a:r>
                        <a:rPr lang="ko-KR" altLang="en-US" sz="1000" dirty="0" smtClean="0"/>
                        <a:t>번 수정 완료 후 업데이트 진행 </a:t>
                      </a:r>
                      <a:r>
                        <a:rPr lang="en-US" altLang="ko-KR" sz="1000" dirty="0" smtClean="0"/>
                        <a:t>(1/29~1/30)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-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수량 </a:t>
                      </a:r>
                      <a:r>
                        <a:rPr lang="en-US" altLang="ko-KR" sz="1000" baseline="0" dirty="0" smtClean="0"/>
                        <a:t>: 1,360EA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 공정 감사 출장 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2/9  2/8~2/10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이정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2/6~2/10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출발 후 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일요일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준비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성능검사기 설비 환경을 본적이 없어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성능검사기 사전 점검 및 예상 질문 사항 파악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예정자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팀장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최은혁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95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053052"/>
              </p:ext>
            </p:extLst>
          </p:nvPr>
        </p:nvGraphicFramePr>
        <p:xfrm>
          <a:off x="251520" y="980728"/>
          <a:ext cx="8676581" cy="4843854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4WayValve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1. Over</a:t>
                      </a:r>
                      <a:r>
                        <a:rPr lang="en-US" altLang="ko-KR" sz="1000" baseline="0" dirty="0" smtClean="0"/>
                        <a:t> Current </a:t>
                      </a:r>
                      <a:r>
                        <a:rPr lang="ko-KR" altLang="en-US" sz="1000" baseline="0" dirty="0" smtClean="0"/>
                        <a:t>발생 이슈 분석</a:t>
                      </a:r>
                      <a:endParaRPr lang="en-US" altLang="ko-KR" sz="100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 - </a:t>
                      </a:r>
                      <a:r>
                        <a:rPr lang="ko-KR" altLang="en-US" sz="1000" dirty="0" smtClean="0"/>
                        <a:t>영하 </a:t>
                      </a:r>
                      <a:r>
                        <a:rPr lang="en-US" altLang="ko-KR" sz="1000" dirty="0" smtClean="0"/>
                        <a:t>40</a:t>
                      </a:r>
                      <a:r>
                        <a:rPr lang="ko-KR" altLang="en-US" sz="1000" dirty="0" smtClean="0"/>
                        <a:t>℃ 에서 모터 </a:t>
                      </a:r>
                      <a:r>
                        <a:rPr lang="ko-KR" altLang="en-US" sz="1000" dirty="0" err="1" smtClean="0"/>
                        <a:t>미동작</a:t>
                      </a:r>
                      <a:r>
                        <a:rPr lang="ko-KR" altLang="en-US" sz="1000" dirty="0" smtClean="0"/>
                        <a:t> 시험 </a:t>
                      </a:r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시료 </a:t>
                      </a:r>
                      <a:r>
                        <a:rPr lang="en-US" altLang="ko-KR" sz="1000" dirty="0" smtClean="0"/>
                        <a:t>7EA)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 - </a:t>
                      </a:r>
                      <a:r>
                        <a:rPr lang="ko-KR" altLang="en-US" sz="1000" dirty="0" smtClean="0"/>
                        <a:t>시료 </a:t>
                      </a:r>
                      <a:r>
                        <a:rPr lang="en-US" altLang="ko-KR" sz="1000" dirty="0" smtClean="0"/>
                        <a:t>7EA </a:t>
                      </a:r>
                      <a:r>
                        <a:rPr lang="ko-KR" altLang="en-US" sz="1000" dirty="0" smtClean="0"/>
                        <a:t>중 </a:t>
                      </a:r>
                      <a:r>
                        <a:rPr lang="en-US" altLang="ko-KR" sz="1000" dirty="0" smtClean="0"/>
                        <a:t>4EA</a:t>
                      </a:r>
                      <a:r>
                        <a:rPr lang="ko-KR" altLang="en-US" sz="1000" dirty="0" smtClean="0"/>
                        <a:t>는 정상동작</a:t>
                      </a:r>
                      <a:r>
                        <a:rPr lang="en-US" altLang="ko-KR" sz="1000" dirty="0" smtClean="0"/>
                        <a:t>, 3EA</a:t>
                      </a:r>
                      <a:r>
                        <a:rPr lang="ko-KR" altLang="en-US" sz="1000" dirty="0" smtClean="0"/>
                        <a:t>는 </a:t>
                      </a:r>
                      <a:r>
                        <a:rPr lang="ko-KR" altLang="en-US" sz="1000" dirty="0" err="1" smtClean="0"/>
                        <a:t>미동작</a:t>
                      </a:r>
                      <a:endParaRPr lang="en-US" altLang="ko-KR" sz="100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 - S/W</a:t>
                      </a:r>
                      <a:r>
                        <a:rPr lang="ko-KR" altLang="en-US" sz="1000" dirty="0" smtClean="0"/>
                        <a:t>변경하여 </a:t>
                      </a:r>
                      <a:r>
                        <a:rPr lang="ko-KR" altLang="en-US" sz="1000" dirty="0" err="1" smtClean="0"/>
                        <a:t>미동작</a:t>
                      </a:r>
                      <a:r>
                        <a:rPr lang="ko-KR" altLang="en-US" sz="1000" dirty="0" smtClean="0"/>
                        <a:t> 시료 시험 </a:t>
                      </a:r>
                      <a:endParaRPr lang="en-US" altLang="ko-KR" sz="100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      : Full Duty </a:t>
                      </a:r>
                      <a:r>
                        <a:rPr lang="ko-KR" altLang="en-US" sz="1000" dirty="0" smtClean="0"/>
                        <a:t>로</a:t>
                      </a:r>
                      <a:r>
                        <a:rPr lang="ko-KR" altLang="en-US" sz="1000" baseline="0" dirty="0" smtClean="0"/>
                        <a:t> 약 </a:t>
                      </a:r>
                      <a:r>
                        <a:rPr lang="en-US" altLang="ko-KR" sz="1000" baseline="0" dirty="0" smtClean="0"/>
                        <a:t>3</a:t>
                      </a:r>
                      <a:r>
                        <a:rPr lang="ko-KR" altLang="en-US" sz="1000" baseline="0" dirty="0" err="1" smtClean="0"/>
                        <a:t>초이상</a:t>
                      </a:r>
                      <a:r>
                        <a:rPr lang="ko-KR" altLang="en-US" sz="1000" baseline="0" dirty="0" smtClean="0"/>
                        <a:t> 동작 </a:t>
                      </a:r>
                      <a:r>
                        <a:rPr lang="en-US" altLang="ko-KR" sz="1000" baseline="0" dirty="0" smtClean="0"/>
                        <a:t>(X)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  : ON/OFF </a:t>
                      </a:r>
                      <a:r>
                        <a:rPr lang="ko-KR" altLang="en-US" sz="1000" baseline="0" dirty="0" smtClean="0"/>
                        <a:t>구간 </a:t>
                      </a:r>
                      <a:r>
                        <a:rPr lang="en-US" altLang="ko-KR" sz="1000" baseline="0" dirty="0" smtClean="0"/>
                        <a:t>100ms ~ 300ms </a:t>
                      </a:r>
                      <a:r>
                        <a:rPr lang="ko-KR" altLang="en-US" sz="1000" baseline="0" dirty="0" smtClean="0"/>
                        <a:t>변경하여 약 </a:t>
                      </a:r>
                      <a:r>
                        <a:rPr lang="en-US" altLang="ko-KR" sz="1000" baseline="0" dirty="0" smtClean="0"/>
                        <a:t>10</a:t>
                      </a:r>
                      <a:r>
                        <a:rPr lang="ko-KR" altLang="en-US" sz="1000" baseline="0" dirty="0" smtClean="0"/>
                        <a:t>초간 </a:t>
                      </a:r>
                      <a:r>
                        <a:rPr lang="en-US" altLang="ko-KR" sz="1000" baseline="0" dirty="0" smtClean="0"/>
                        <a:t>Step </a:t>
                      </a:r>
                      <a:r>
                        <a:rPr lang="ko-KR" altLang="en-US" sz="1000" baseline="0" dirty="0" smtClean="0"/>
                        <a:t>동작 </a:t>
                      </a:r>
                      <a:r>
                        <a:rPr lang="en-US" altLang="ko-KR" sz="1000" baseline="0" dirty="0" smtClean="0"/>
                        <a:t>(X)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   : </a:t>
                      </a:r>
                      <a:r>
                        <a:rPr lang="ko-KR" altLang="en-US" sz="1000" baseline="0" dirty="0" smtClean="0"/>
                        <a:t>모터 동작 전 </a:t>
                      </a:r>
                      <a:r>
                        <a:rPr lang="en-US" altLang="ko-KR" sz="1000" baseline="0" dirty="0" smtClean="0"/>
                        <a:t>Back &lt;-&gt; Forward </a:t>
                      </a:r>
                      <a:r>
                        <a:rPr lang="ko-KR" altLang="en-US" sz="1000" baseline="0" dirty="0" smtClean="0"/>
                        <a:t>약 </a:t>
                      </a:r>
                      <a:r>
                        <a:rPr lang="en-US" altLang="ko-KR" sz="1000" baseline="0" dirty="0" smtClean="0"/>
                        <a:t>20</a:t>
                      </a:r>
                      <a:r>
                        <a:rPr lang="ko-KR" altLang="en-US" sz="1000" baseline="0" dirty="0" smtClean="0"/>
                        <a:t>회 반복 시험 </a:t>
                      </a:r>
                      <a:r>
                        <a:rPr lang="en-US" altLang="ko-KR" sz="1000" baseline="0" dirty="0" smtClean="0"/>
                        <a:t>(X)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2. </a:t>
                      </a:r>
                      <a:r>
                        <a:rPr lang="ko-KR" altLang="en-US" sz="1000" baseline="0" dirty="0" smtClean="0"/>
                        <a:t>고장 진단 </a:t>
                      </a:r>
                      <a:r>
                        <a:rPr lang="en-US" altLang="ko-KR" sz="1000" baseline="0" dirty="0" smtClean="0"/>
                        <a:t>S/W </a:t>
                      </a:r>
                      <a:r>
                        <a:rPr lang="ko-KR" altLang="en-US" sz="1000" baseline="0" dirty="0" smtClean="0"/>
                        <a:t>모듈화 </a:t>
                      </a:r>
                      <a:r>
                        <a:rPr lang="en-US" altLang="ko-KR" sz="1000" baseline="0" dirty="0" smtClean="0"/>
                        <a:t>(</a:t>
                      </a:r>
                      <a:r>
                        <a:rPr lang="en-US" altLang="ko-KR" sz="1000" baseline="0" dirty="0" err="1" smtClean="0"/>
                        <a:t>Vignesh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진행</a:t>
                      </a:r>
                      <a:r>
                        <a:rPr lang="en-US" altLang="ko-KR" sz="1000" baseline="0" dirty="0" smtClean="0"/>
                        <a:t>, ~2</a:t>
                      </a:r>
                      <a:r>
                        <a:rPr lang="ko-KR" altLang="en-US" sz="1000" baseline="0" dirty="0" smtClean="0"/>
                        <a:t>월말</a:t>
                      </a:r>
                      <a:r>
                        <a:rPr lang="en-US" altLang="ko-KR" sz="1000" baseline="0" dirty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- S/W </a:t>
                      </a:r>
                      <a:r>
                        <a:rPr lang="ko-KR" altLang="en-US" sz="1000" baseline="0" dirty="0" smtClean="0"/>
                        <a:t>모듈화 진행 후</a:t>
                      </a:r>
                      <a:r>
                        <a:rPr lang="en-US" altLang="ko-KR" sz="1000" baseline="0" dirty="0" smtClean="0"/>
                        <a:t>, ES253EE </a:t>
                      </a:r>
                      <a:r>
                        <a:rPr lang="ko-KR" altLang="en-US" sz="1000" baseline="0" dirty="0" smtClean="0"/>
                        <a:t>전면 재 수정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3. ES253EE </a:t>
                      </a:r>
                      <a:r>
                        <a:rPr lang="ko-KR" altLang="en-US" sz="1000" baseline="0" dirty="0" smtClean="0"/>
                        <a:t>심사 준비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- </a:t>
                      </a:r>
                      <a:r>
                        <a:rPr lang="ko-KR" altLang="en-US" sz="1000" baseline="0" dirty="0" smtClean="0"/>
                        <a:t>일정 </a:t>
                      </a:r>
                      <a:r>
                        <a:rPr lang="en-US" altLang="ko-KR" sz="1000" baseline="0" dirty="0" smtClean="0"/>
                        <a:t>: 1</a:t>
                      </a:r>
                      <a:r>
                        <a:rPr lang="ko-KR" altLang="en-US" sz="1000" baseline="0" dirty="0" smtClean="0"/>
                        <a:t>월말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</a:rPr>
                        <a:t>4. </a:t>
                      </a:r>
                      <a:r>
                        <a:rPr lang="ko-KR" altLang="en-US" sz="1000" baseline="0" dirty="0" err="1" smtClean="0">
                          <a:solidFill>
                            <a:srgbClr val="0000FF"/>
                          </a:solidFill>
                        </a:rPr>
                        <a:t>웨이모</a:t>
                      </a:r>
                      <a:r>
                        <a:rPr lang="ko-KR" altLang="en-US" sz="1000" baseline="0" dirty="0" smtClean="0">
                          <a:solidFill>
                            <a:srgbClr val="0000FF"/>
                          </a:solidFill>
                        </a:rPr>
                        <a:t> 필드 교체 요청</a:t>
                      </a: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FF"/>
                          </a:solidFill>
                        </a:rPr>
                        <a:t>명화</a:t>
                      </a: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</a:rPr>
                        <a:t>   - </a:t>
                      </a:r>
                      <a:r>
                        <a:rPr lang="ko-KR" altLang="en-US" sz="1000" baseline="0" dirty="0" err="1" smtClean="0">
                          <a:solidFill>
                            <a:srgbClr val="0000FF"/>
                          </a:solidFill>
                        </a:rPr>
                        <a:t>구리스</a:t>
                      </a:r>
                      <a:r>
                        <a:rPr lang="ko-KR" altLang="en-US" sz="1000" baseline="0" dirty="0" smtClean="0">
                          <a:solidFill>
                            <a:srgbClr val="0000FF"/>
                          </a:solidFill>
                        </a:rPr>
                        <a:t> 교체 시료 입수 후 </a:t>
                      </a: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</a:rPr>
                        <a:t>S/W </a:t>
                      </a:r>
                      <a:r>
                        <a:rPr lang="ko-KR" altLang="en-US" sz="1000" baseline="0" dirty="0" err="1" smtClean="0">
                          <a:solidFill>
                            <a:srgbClr val="0000FF"/>
                          </a:solidFill>
                        </a:rPr>
                        <a:t>전류치</a:t>
                      </a:r>
                      <a:r>
                        <a:rPr lang="ko-KR" altLang="en-US" sz="1000" baseline="0" dirty="0" smtClean="0">
                          <a:solidFill>
                            <a:srgbClr val="0000FF"/>
                          </a:solidFill>
                        </a:rPr>
                        <a:t> 재 확인 필요 </a:t>
                      </a: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FF"/>
                          </a:solidFill>
                        </a:rPr>
                        <a:t>긴급</a:t>
                      </a: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5. PPM </a:t>
                      </a:r>
                      <a:r>
                        <a:rPr lang="ko-KR" altLang="en-US" sz="1000" baseline="0" dirty="0" smtClean="0"/>
                        <a:t>프로토콜을 활용한 </a:t>
                      </a:r>
                      <a:r>
                        <a:rPr lang="en-US" altLang="ko-KR" sz="1000" baseline="0" dirty="0" smtClean="0"/>
                        <a:t>S/W </a:t>
                      </a:r>
                      <a:r>
                        <a:rPr lang="ko-KR" altLang="en-US" sz="1000" baseline="0" dirty="0" smtClean="0"/>
                        <a:t>업데이트 툴 개발 </a:t>
                      </a:r>
                      <a:r>
                        <a:rPr lang="en-US" altLang="ko-KR" sz="1000" baseline="0" dirty="0" smtClean="0"/>
                        <a:t>(</a:t>
                      </a:r>
                      <a:r>
                        <a:rPr lang="en-US" altLang="ko-KR" sz="1000" baseline="0" dirty="0" err="1" smtClean="0"/>
                        <a:t>Manjesh</a:t>
                      </a:r>
                      <a:r>
                        <a:rPr lang="en-US" altLang="ko-KR" sz="1000" baseline="0" dirty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- Heater </a:t>
                      </a:r>
                      <a:r>
                        <a:rPr lang="ko-KR" altLang="en-US" sz="1000" baseline="0" dirty="0" smtClean="0"/>
                        <a:t>에서 사용중인 </a:t>
                      </a:r>
                      <a:r>
                        <a:rPr lang="ko-KR" altLang="en-US" sz="1000" baseline="0" dirty="0" err="1" smtClean="0"/>
                        <a:t>지그</a:t>
                      </a:r>
                      <a:r>
                        <a:rPr lang="ko-KR" altLang="en-US" sz="1000" baseline="0" dirty="0" smtClean="0"/>
                        <a:t> 활용 </a:t>
                      </a:r>
                      <a:r>
                        <a:rPr lang="en-US" altLang="ko-KR" sz="1000" baseline="0" dirty="0" smtClean="0"/>
                        <a:t>: X-TAL </a:t>
                      </a:r>
                      <a:r>
                        <a:rPr lang="ko-KR" altLang="en-US" sz="1000" baseline="0" dirty="0" smtClean="0"/>
                        <a:t>사양이 낮아 사용 불가</a:t>
                      </a: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- Motor </a:t>
                      </a:r>
                      <a:r>
                        <a:rPr lang="ko-KR" altLang="en-US" sz="1000" baseline="0" dirty="0" smtClean="0"/>
                        <a:t>에서 사용중인 </a:t>
                      </a:r>
                      <a:r>
                        <a:rPr lang="ko-KR" altLang="en-US" sz="1000" baseline="0" dirty="0" err="1" smtClean="0"/>
                        <a:t>지그</a:t>
                      </a:r>
                      <a:r>
                        <a:rPr lang="ko-KR" altLang="en-US" sz="1000" baseline="0" dirty="0" smtClean="0"/>
                        <a:t> 사용 가능 여부 추가 검토 중</a:t>
                      </a:r>
                      <a:r>
                        <a:rPr lang="en-US" altLang="ko-KR" sz="1000" baseline="0" dirty="0" smtClean="0"/>
                        <a:t>  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김강일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</a:rPr>
                        <a:t>CI30 Stepper Act’r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 smtClean="0"/>
                        <a:t>1. </a:t>
                      </a:r>
                      <a:r>
                        <a:rPr lang="en-US" altLang="ko-KR" sz="1000" dirty="0" err="1" smtClean="0"/>
                        <a:t>Novosense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개발 환경 </a:t>
                      </a:r>
                      <a:r>
                        <a:rPr lang="ko-KR" altLang="en-US" sz="1000" baseline="0" dirty="0" err="1" smtClean="0"/>
                        <a:t>셋팅완료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en-US" altLang="ko-KR" sz="1000" baseline="0" dirty="0" smtClean="0"/>
                        <a:t>(1/21)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 smtClean="0"/>
                        <a:t>   - </a:t>
                      </a:r>
                      <a:r>
                        <a:rPr lang="ko-KR" altLang="en-US" sz="1000" baseline="0" dirty="0" smtClean="0"/>
                        <a:t>지기 제공 </a:t>
                      </a:r>
                      <a:r>
                        <a:rPr lang="en-US" altLang="ko-KR" sz="1000" baseline="0" dirty="0" smtClean="0"/>
                        <a:t>S/W </a:t>
                      </a:r>
                      <a:r>
                        <a:rPr lang="ko-KR" altLang="en-US" sz="1000" baseline="0" dirty="0" smtClean="0"/>
                        <a:t>분석 위한 계획 일정 수립 </a:t>
                      </a:r>
                      <a:r>
                        <a:rPr lang="en-US" altLang="ko-KR" sz="1000" baseline="0" dirty="0" smtClean="0"/>
                        <a:t>: 1/23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4219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301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430728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타 프로젝트 진행에 따른 지연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Detail Design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97%)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SWE2, SWE3, S/W TEST Result ALM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병행 등록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SX3 Forword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진행에 따른 업무 과부하로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프로젝트는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미흡한 내용 작성 및 최종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기준으로 작업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25.07.05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25.03.15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Pre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9062195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994105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ISIR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작성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ES90700-00 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ES95411-00 (90%)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ES95480-00 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ES95489-21 (90%)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ES95489-24 (90%)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294714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573273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평가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월초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&lt;-&gt; ATCU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신호 정합성 합동 검증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각종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스위치를 연결하여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하여 검증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(H/W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제작 중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IGBT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 Current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위험성에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검증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4857021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9431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성능 미달로 인한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증대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작동 전압 범위 변경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(MVa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MX5)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268V ~ 640V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Linear MAX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전력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 Zone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4100W  4,300W, Total 8,200W  8,600W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최종 개선 시료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증대에 따른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성능 증대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입수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(1/20)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재진행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완료 후 차주 진행 일정 조율 예정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795" y="665550"/>
            <a:ext cx="2787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T2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450943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LP2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6914051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7" name="그룹 20"/>
          <p:cNvGrpSpPr>
            <a:grpSpLocks noChangeAspect="1"/>
          </p:cNvGrpSpPr>
          <p:nvPr/>
        </p:nvGrpSpPr>
        <p:grpSpPr bwMode="auto">
          <a:xfrm>
            <a:off x="7623287" y="555242"/>
            <a:ext cx="1030567" cy="503686"/>
            <a:chOff x="0" y="137478"/>
            <a:chExt cx="604837" cy="480818"/>
          </a:xfrm>
        </p:grpSpPr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1" name="위쪽 화살표 30"/>
          <p:cNvSpPr>
            <a:spLocks noChangeArrowheads="1"/>
          </p:cNvSpPr>
          <p:nvPr/>
        </p:nvSpPr>
        <p:spPr bwMode="auto">
          <a:xfrm rot="10800000">
            <a:off x="8077937" y="725422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437112"/>
            <a:ext cx="8123750" cy="94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081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57851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50498338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23488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따른 고객사 협의 진행 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동작 중 냉각수 온도에 따른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Core Temp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 의견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안전상 동작 되어야함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의견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의견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Local CAN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하이브리드 차량 정보를 추가하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상황에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전송 여부 검토 진행 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All Tool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공정감사에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1/27~1/29 (TBD)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혜인시스템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시험 의뢰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(~01/30)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기관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현대차 사이버 보안 품질 연구팀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시료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PCB 1EA, Signal Connector 1EA, E2 Pin Connector 1EA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27.05.01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39544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17103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24.10.15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25.07.15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24.08.31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8172247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82658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26.02.01</a:t>
              </a: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70199735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05745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  <a:endParaRPr lang="en-US" altLang="ko-KR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4247191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56098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0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kumimoji="0" lang="ko-KR" alt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 전임</a:t>
            </a:r>
            <a:r>
              <a:rPr kumimoji="0" lang="en-US" altLang="ko-KR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66103298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45461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HVAC 2EA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수령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(01/19)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26.5.15</a:t>
              </a: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26.10.15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27.1.2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26.3.31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5351969" y="970381"/>
            <a:ext cx="100891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26.5.15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6766636" y="970381"/>
            <a:ext cx="1045724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26.10.15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221953" y="963155"/>
            <a:ext cx="1030567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 smtClean="0">
                <a:latin typeface="+mn-ea"/>
              </a:rPr>
              <a:t>27.1.2</a:t>
            </a:r>
            <a:endParaRPr lang="en-US" altLang="ko-KR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26334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80569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 변경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HS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CAN FD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CAN DBC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입수 후 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기간 필요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 SW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기본 설계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 CAN FD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적용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및 전체 시나리오 설계 및 시험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완료 일자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24463722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864948"/>
              </p:ext>
            </p:extLst>
          </p:nvPr>
        </p:nvGraphicFramePr>
        <p:xfrm>
          <a:off x="11059" y="536956"/>
          <a:ext cx="9097445" cy="646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smtClean="0"/>
                        <a:t>토크 미세 증대 요청에 따른 </a:t>
                      </a:r>
                      <a:r>
                        <a:rPr lang="en-US" altLang="ko-KR" sz="1000" smtClean="0"/>
                        <a:t>S/W </a:t>
                      </a:r>
                      <a:r>
                        <a:rPr lang="ko-KR" altLang="en-US" sz="1000" smtClean="0"/>
                        <a:t>수정 및 시험 </a:t>
                      </a:r>
                      <a:r>
                        <a:rPr lang="en-US" altLang="ko-KR" sz="1000" baseline="0" smtClean="0"/>
                        <a:t>(~1/22)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- </a:t>
                      </a:r>
                      <a:r>
                        <a:rPr lang="ko-KR" altLang="en-US" sz="1000" smtClean="0"/>
                        <a:t>전압별 </a:t>
                      </a:r>
                      <a:r>
                        <a:rPr lang="en-US" altLang="ko-KR" sz="1000" smtClean="0"/>
                        <a:t>(9V</a:t>
                      </a:r>
                      <a:r>
                        <a:rPr lang="en-US" altLang="ko-KR" sz="1000" baseline="0" smtClean="0"/>
                        <a:t> ~ 16V)</a:t>
                      </a:r>
                      <a:r>
                        <a:rPr lang="ko-KR" altLang="en-US" sz="1000" smtClean="0"/>
                        <a:t> </a:t>
                      </a:r>
                      <a:r>
                        <a:rPr lang="en-US" altLang="ko-KR" sz="1000" smtClean="0"/>
                        <a:t>/ </a:t>
                      </a:r>
                      <a:r>
                        <a:rPr lang="ko-KR" altLang="en-US" sz="1000" smtClean="0"/>
                        <a:t>온도별 </a:t>
                      </a:r>
                      <a:r>
                        <a:rPr lang="en-US" altLang="ko-KR" sz="1000" smtClean="0"/>
                        <a:t>(-40</a:t>
                      </a:r>
                      <a:r>
                        <a:rPr lang="ko-KR" altLang="en-US" sz="1000" smtClean="0"/>
                        <a:t>도 </a:t>
                      </a:r>
                      <a:r>
                        <a:rPr lang="en-US" altLang="ko-KR" sz="1000" smtClean="0"/>
                        <a:t>~ 80</a:t>
                      </a:r>
                      <a:r>
                        <a:rPr lang="ko-KR" altLang="en-US" sz="1000" smtClean="0"/>
                        <a:t>도</a:t>
                      </a:r>
                      <a:r>
                        <a:rPr lang="en-US" altLang="ko-KR" sz="1000" smtClean="0"/>
                        <a:t>) </a:t>
                      </a:r>
                      <a:r>
                        <a:rPr lang="ko-KR" altLang="en-US" sz="1000" smtClean="0"/>
                        <a:t>에서 동작 토크 변경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Min torque : 7 -&gt; 7.5,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- </a:t>
                      </a:r>
                      <a:r>
                        <a:rPr lang="ko-KR" altLang="en-US" sz="1000" smtClean="0"/>
                        <a:t>토크 수정에 따른 부스트 전류 튜닝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- </a:t>
                      </a:r>
                      <a:r>
                        <a:rPr lang="ko-KR" altLang="en-US" sz="1000" smtClean="0"/>
                        <a:t>토크 확정을 위한 시료</a:t>
                      </a:r>
                      <a:r>
                        <a:rPr lang="ko-KR" altLang="en-US" sz="1000" baseline="0" smtClean="0"/>
                        <a:t> </a:t>
                      </a:r>
                      <a:r>
                        <a:rPr lang="en-US" altLang="ko-KR" sz="1000" baseline="0" smtClean="0"/>
                        <a:t>3EA</a:t>
                      </a:r>
                      <a:r>
                        <a:rPr lang="ko-KR" altLang="en-US" sz="1000" baseline="0" smtClean="0"/>
                        <a:t> </a:t>
                      </a:r>
                      <a:r>
                        <a:rPr lang="ko-KR" altLang="en-US" sz="1000" smtClean="0"/>
                        <a:t>전압별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온도별 </a:t>
                      </a:r>
                      <a:r>
                        <a:rPr lang="ko-KR" altLang="en-US" sz="1000" baseline="0" smtClean="0"/>
                        <a:t>토크 측정 진행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2. </a:t>
                      </a:r>
                      <a:r>
                        <a:rPr lang="ko-KR" altLang="en-US" sz="1000" smtClean="0"/>
                        <a:t>정확도 튜닝 진행 </a:t>
                      </a:r>
                      <a:r>
                        <a:rPr lang="en-US" altLang="ko-KR" sz="1000" smtClean="0"/>
                        <a:t>(1/28)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- 50%</a:t>
                      </a:r>
                      <a:r>
                        <a:rPr lang="ko-KR" altLang="en-US" sz="1000" smtClean="0"/>
                        <a:t>구간 약 </a:t>
                      </a:r>
                      <a:r>
                        <a:rPr lang="en-US" altLang="ko-KR" sz="1000" smtClean="0"/>
                        <a:t>2</a:t>
                      </a:r>
                      <a:r>
                        <a:rPr lang="ko-KR" altLang="en-US" sz="1000" smtClean="0"/>
                        <a:t>도 틀어짐에 따른 튜닝 진행 </a:t>
                      </a:r>
                      <a:r>
                        <a:rPr lang="en-US" altLang="ko-KR" sz="1000" smtClean="0"/>
                        <a:t>(</a:t>
                      </a:r>
                      <a:r>
                        <a:rPr lang="ko-KR" altLang="en-US" sz="1000" smtClean="0"/>
                        <a:t>오차률 </a:t>
                      </a:r>
                      <a:r>
                        <a:rPr lang="en-US" altLang="ko-KR" sz="1000" smtClean="0"/>
                        <a:t>Spec</a:t>
                      </a:r>
                      <a:r>
                        <a:rPr lang="en-US" altLang="ko-KR" sz="1000" baseline="0" smtClean="0"/>
                        <a:t> : </a:t>
                      </a:r>
                      <a:r>
                        <a:rPr lang="en-US" altLang="ko-KR" sz="1000" smtClean="0"/>
                        <a:t>±1</a:t>
                      </a:r>
                      <a:r>
                        <a:rPr lang="ko-KR" altLang="en-US" sz="1000" smtClean="0"/>
                        <a:t>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3. </a:t>
                      </a:r>
                      <a:r>
                        <a:rPr lang="ko-KR" altLang="en-US" sz="1000" smtClean="0"/>
                        <a:t>전압 크래킹 시 </a:t>
                      </a:r>
                      <a:r>
                        <a:rPr lang="en-US" altLang="ko-KR" sz="1000" smtClean="0"/>
                        <a:t>S/W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동작 </a:t>
                      </a:r>
                      <a:r>
                        <a:rPr lang="ko-KR" altLang="en-US" sz="1000" smtClean="0"/>
                        <a:t>방안 추가 검토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- </a:t>
                      </a:r>
                      <a:r>
                        <a:rPr lang="ko-KR" altLang="en-US" sz="1000" smtClean="0"/>
                        <a:t>시동 </a:t>
                      </a:r>
                      <a:r>
                        <a:rPr lang="en-US" altLang="ko-KR" sz="1000" smtClean="0"/>
                        <a:t>on  </a:t>
                      </a:r>
                      <a:r>
                        <a:rPr lang="ko-KR" altLang="en-US" sz="1000" smtClean="0"/>
                        <a:t>이후 </a:t>
                      </a:r>
                      <a:r>
                        <a:rPr lang="en-US" altLang="ko-KR" sz="1000" smtClean="0"/>
                        <a:t>2P Cal </a:t>
                      </a:r>
                      <a:r>
                        <a:rPr lang="ko-KR" altLang="en-US" sz="1000" smtClean="0"/>
                        <a:t>시 </a:t>
                      </a:r>
                      <a:r>
                        <a:rPr lang="en-US" altLang="ko-KR" sz="1000" smtClean="0"/>
                        <a:t>3</a:t>
                      </a:r>
                      <a:r>
                        <a:rPr lang="ko-KR" altLang="en-US" sz="1000" smtClean="0"/>
                        <a:t>회 </a:t>
                      </a:r>
                      <a:r>
                        <a:rPr lang="en-US" altLang="ko-KR" sz="1000" smtClean="0"/>
                        <a:t>retry </a:t>
                      </a:r>
                      <a:r>
                        <a:rPr lang="ko-KR" altLang="en-US" sz="1000" smtClean="0"/>
                        <a:t>하도록 </a:t>
                      </a:r>
                      <a:r>
                        <a:rPr lang="en-US" altLang="ko-KR" sz="1000" smtClean="0"/>
                        <a:t>S/W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수정 하였으나</a:t>
                      </a:r>
                      <a:r>
                        <a:rPr lang="en-US" altLang="ko-KR" sz="1000" baseline="0" smtClean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</a:t>
                      </a:r>
                      <a:r>
                        <a:rPr lang="ko-KR" altLang="en-US" sz="1000" baseline="0" smtClean="0"/>
                        <a:t>고객사에서는 근본 방안이 되지 않음을 고지 하였으며</a:t>
                      </a:r>
                      <a:r>
                        <a:rPr lang="en-US" altLang="ko-KR" sz="1000" baseline="0" smtClean="0"/>
                        <a:t>,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</a:t>
                      </a:r>
                      <a:r>
                        <a:rPr lang="ko-KR" altLang="en-US" sz="1000" baseline="0" smtClean="0"/>
                        <a:t>추가 방안 검토중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: </a:t>
                      </a:r>
                      <a:r>
                        <a:rPr lang="ko-KR" altLang="en-US" sz="1000" baseline="0" smtClean="0"/>
                        <a:t>기 설계 되어진 통합 전류 검출의 </a:t>
                      </a:r>
                      <a:r>
                        <a:rPr lang="en-US" altLang="ko-KR" sz="1000" baseline="0" smtClean="0"/>
                        <a:t>Low Pass Filter </a:t>
                      </a:r>
                      <a:r>
                        <a:rPr lang="ko-KR" altLang="en-US" sz="1000" baseline="0" smtClean="0"/>
                        <a:t>문제점 발견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</a:t>
                      </a:r>
                      <a:r>
                        <a:rPr lang="ko-KR" altLang="en-US" sz="1000" baseline="0" smtClean="0"/>
                        <a:t>되어</a:t>
                      </a:r>
                      <a:r>
                        <a:rPr lang="en-US" altLang="ko-KR" sz="1000" baseline="0" smtClean="0"/>
                        <a:t>, Filter </a:t>
                      </a:r>
                      <a:r>
                        <a:rPr lang="ko-KR" altLang="en-US" sz="1000" baseline="0" smtClean="0"/>
                        <a:t>수정 후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차 검증 완료 </a:t>
                      </a:r>
                      <a:r>
                        <a:rPr lang="en-US" altLang="ko-KR" sz="1000" baseline="0" smtClean="0"/>
                        <a:t>(1/21)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: </a:t>
                      </a:r>
                      <a:r>
                        <a:rPr lang="ko-KR" altLang="en-US" sz="1000" baseline="0" smtClean="0"/>
                        <a:t>상 전류 검출로는 동작 중 전압 크래킹에 의한 검출 불가로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</a:t>
                      </a:r>
                      <a:r>
                        <a:rPr lang="ko-KR" altLang="en-US" sz="1000" baseline="0" smtClean="0"/>
                        <a:t>전압 </a:t>
                      </a:r>
                      <a:r>
                        <a:rPr lang="en-US" altLang="ko-KR" sz="1000" baseline="0" smtClean="0"/>
                        <a:t>Drop</a:t>
                      </a:r>
                      <a:r>
                        <a:rPr lang="ko-KR" altLang="en-US" sz="1000" baseline="0" smtClean="0"/>
                        <a:t> 감지 시 상 전류 검출 기능 미수행 검토 중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4. 1~3</a:t>
                      </a:r>
                      <a:r>
                        <a:rPr lang="ko-KR" altLang="en-US" sz="1000" smtClean="0"/>
                        <a:t>번 수정 완료 후 업데이트 진행 </a:t>
                      </a:r>
                      <a:r>
                        <a:rPr lang="en-US" altLang="ko-KR" sz="1000" smtClean="0"/>
                        <a:t>(1/29~1/30)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-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수량 </a:t>
                      </a:r>
                      <a:r>
                        <a:rPr lang="en-US" altLang="ko-KR" sz="1000" baseline="0" smtClean="0"/>
                        <a:t>: 1,360EA</a:t>
                      </a:r>
                      <a:endParaRPr lang="en-US" altLang="ko-KR" sz="100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 공정 감사 출장 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2/9  2/8~2/10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이정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2/6~2/10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출발 후 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일요일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준비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성능검사기 설비 환경을 본적이 없어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성능검사기 사전 점검 및 예상 질문 사항 파악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예정자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팀장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최은혁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084168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26.1.15-&gt;2.6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6547276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516839" y="542753"/>
            <a:ext cx="1045724" cy="519163"/>
            <a:chOff x="0" y="135732"/>
            <a:chExt cx="604837" cy="495592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79947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040" y="4095872"/>
            <a:ext cx="4500933" cy="2274206"/>
          </a:xfrm>
          <a:prstGeom prst="rect">
            <a:avLst/>
          </a:prstGeom>
        </p:spPr>
      </p:pic>
      <p:grpSp>
        <p:nvGrpSpPr>
          <p:cNvPr id="47" name="그룹 16"/>
          <p:cNvGrpSpPr>
            <a:grpSpLocks noChangeAspect="1"/>
          </p:cNvGrpSpPr>
          <p:nvPr/>
        </p:nvGrpSpPr>
        <p:grpSpPr bwMode="auto">
          <a:xfrm>
            <a:off x="6910652" y="541559"/>
            <a:ext cx="1045724" cy="519163"/>
            <a:chOff x="0" y="135732"/>
            <a:chExt cx="604837" cy="49559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26.3.3</a:t>
              </a:r>
              <a:endParaRPr lang="en-US" altLang="ko-KR" sz="1000" smtClean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Post </a:t>
              </a: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1" name="위쪽 화살표 50"/>
          <p:cNvSpPr>
            <a:spLocks noChangeArrowheads="1"/>
          </p:cNvSpPr>
          <p:nvPr/>
        </p:nvSpPr>
        <p:spPr bwMode="auto">
          <a:xfrm rot="10800000">
            <a:off x="7373760" y="716425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8999719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27730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 Over</a:t>
                      </a:r>
                      <a:r>
                        <a:rPr lang="en-US" altLang="ko-KR" sz="1000" baseline="0" smtClean="0"/>
                        <a:t> Current </a:t>
                      </a:r>
                      <a:r>
                        <a:rPr lang="ko-KR" altLang="en-US" sz="1000" baseline="0" smtClean="0"/>
                        <a:t>발생 이슈 분석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</a:t>
                      </a:r>
                      <a:r>
                        <a:rPr lang="ko-KR" altLang="en-US" sz="1000" smtClean="0"/>
                        <a:t>영하 </a:t>
                      </a:r>
                      <a:r>
                        <a:rPr lang="en-US" altLang="ko-KR" sz="1000" smtClean="0"/>
                        <a:t>40</a:t>
                      </a:r>
                      <a:r>
                        <a:rPr lang="ko-KR" altLang="en-US" sz="1000" smtClean="0"/>
                        <a:t>℃ 에서 모터 미동작 시험 </a:t>
                      </a:r>
                      <a:r>
                        <a:rPr lang="en-US" altLang="ko-KR" sz="1000" smtClean="0"/>
                        <a:t>(</a:t>
                      </a:r>
                      <a:r>
                        <a:rPr lang="ko-KR" altLang="en-US" sz="1000" smtClean="0"/>
                        <a:t>시료 </a:t>
                      </a:r>
                      <a:r>
                        <a:rPr lang="en-US" altLang="ko-KR" sz="1000" smtClean="0"/>
                        <a:t>7EA)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</a:t>
                      </a:r>
                      <a:r>
                        <a:rPr lang="ko-KR" altLang="en-US" sz="1000" smtClean="0"/>
                        <a:t>시료 </a:t>
                      </a:r>
                      <a:r>
                        <a:rPr lang="en-US" altLang="ko-KR" sz="1000" smtClean="0"/>
                        <a:t>7EA </a:t>
                      </a:r>
                      <a:r>
                        <a:rPr lang="ko-KR" altLang="en-US" sz="1000" smtClean="0"/>
                        <a:t>중 </a:t>
                      </a:r>
                      <a:r>
                        <a:rPr lang="en-US" altLang="ko-KR" sz="1000" smtClean="0"/>
                        <a:t>4EA</a:t>
                      </a:r>
                      <a:r>
                        <a:rPr lang="ko-KR" altLang="en-US" sz="1000" smtClean="0"/>
                        <a:t>는 정상동작</a:t>
                      </a:r>
                      <a:r>
                        <a:rPr lang="en-US" altLang="ko-KR" sz="1000" smtClean="0"/>
                        <a:t>, 3EA</a:t>
                      </a:r>
                      <a:r>
                        <a:rPr lang="ko-KR" altLang="en-US" sz="1000" smtClean="0"/>
                        <a:t>는 미동작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S/W</a:t>
                      </a:r>
                      <a:r>
                        <a:rPr lang="ko-KR" altLang="en-US" sz="1000" smtClean="0"/>
                        <a:t>변경하여 미동작 시료 시험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: Full Duty </a:t>
                      </a:r>
                      <a:r>
                        <a:rPr lang="ko-KR" altLang="en-US" sz="1000" smtClean="0"/>
                        <a:t>로</a:t>
                      </a:r>
                      <a:r>
                        <a:rPr lang="ko-KR" altLang="en-US" sz="1000" baseline="0" smtClean="0"/>
                        <a:t> 약 </a:t>
                      </a:r>
                      <a:r>
                        <a:rPr lang="en-US" altLang="ko-KR" sz="1000" baseline="0" smtClean="0"/>
                        <a:t>3</a:t>
                      </a:r>
                      <a:r>
                        <a:rPr lang="ko-KR" altLang="en-US" sz="1000" baseline="0" smtClean="0"/>
                        <a:t>초이상 동작 </a:t>
                      </a:r>
                      <a:r>
                        <a:rPr lang="en-US" altLang="ko-KR" sz="1000" baseline="0" smtClean="0"/>
                        <a:t>(X)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: ON/OFF </a:t>
                      </a:r>
                      <a:r>
                        <a:rPr lang="ko-KR" altLang="en-US" sz="1000" baseline="0" smtClean="0"/>
                        <a:t>구간 </a:t>
                      </a:r>
                      <a:r>
                        <a:rPr lang="en-US" altLang="ko-KR" sz="1000" baseline="0" smtClean="0"/>
                        <a:t>100ms ~ 300ms </a:t>
                      </a:r>
                      <a:r>
                        <a:rPr lang="ko-KR" altLang="en-US" sz="1000" baseline="0" smtClean="0"/>
                        <a:t>변경하여 약 </a:t>
                      </a:r>
                      <a:r>
                        <a:rPr lang="en-US" altLang="ko-KR" sz="1000" baseline="0" smtClean="0"/>
                        <a:t>10</a:t>
                      </a:r>
                      <a:r>
                        <a:rPr lang="ko-KR" altLang="en-US" sz="1000" baseline="0" smtClean="0"/>
                        <a:t>초간 </a:t>
                      </a:r>
                      <a:r>
                        <a:rPr lang="en-US" altLang="ko-KR" sz="1000" baseline="0" smtClean="0"/>
                        <a:t>Step </a:t>
                      </a:r>
                      <a:r>
                        <a:rPr lang="ko-KR" altLang="en-US" sz="1000" baseline="0" smtClean="0"/>
                        <a:t>동작 </a:t>
                      </a:r>
                      <a:r>
                        <a:rPr lang="en-US" altLang="ko-KR" sz="1000" baseline="0" smtClean="0"/>
                        <a:t>(X)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: </a:t>
                      </a:r>
                      <a:r>
                        <a:rPr lang="ko-KR" altLang="en-US" sz="1000" baseline="0" smtClean="0"/>
                        <a:t>모터 동작 전 </a:t>
                      </a:r>
                      <a:r>
                        <a:rPr lang="en-US" altLang="ko-KR" sz="1000" baseline="0" smtClean="0"/>
                        <a:t>Back &lt;-&gt; Forward </a:t>
                      </a:r>
                      <a:r>
                        <a:rPr lang="ko-KR" altLang="en-US" sz="1000" baseline="0" smtClean="0"/>
                        <a:t>약 </a:t>
                      </a:r>
                      <a:r>
                        <a:rPr lang="en-US" altLang="ko-KR" sz="1000" baseline="0" smtClean="0"/>
                        <a:t>20</a:t>
                      </a:r>
                      <a:r>
                        <a:rPr lang="ko-KR" altLang="en-US" sz="1000" baseline="0" smtClean="0"/>
                        <a:t>회 반복 시험 </a:t>
                      </a:r>
                      <a:r>
                        <a:rPr lang="en-US" altLang="ko-KR" sz="1000" baseline="0" smtClean="0"/>
                        <a:t>(X)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2. </a:t>
                      </a:r>
                      <a:r>
                        <a:rPr lang="ko-KR" altLang="en-US" sz="1000" baseline="0" smtClean="0"/>
                        <a:t>고장 진단 </a:t>
                      </a:r>
                      <a:r>
                        <a:rPr lang="en-US" altLang="ko-KR" sz="1000" baseline="0" smtClean="0"/>
                        <a:t>S/W </a:t>
                      </a:r>
                      <a:r>
                        <a:rPr lang="ko-KR" altLang="en-US" sz="1000" baseline="0" smtClean="0"/>
                        <a:t>모듈화 </a:t>
                      </a:r>
                      <a:r>
                        <a:rPr lang="en-US" altLang="ko-KR" sz="1000" baseline="0" smtClean="0"/>
                        <a:t>(Vignesh </a:t>
                      </a:r>
                      <a:r>
                        <a:rPr lang="ko-KR" altLang="en-US" sz="1000" baseline="0" smtClean="0"/>
                        <a:t>진행</a:t>
                      </a:r>
                      <a:r>
                        <a:rPr lang="en-US" altLang="ko-KR" sz="1000" baseline="0" smtClean="0"/>
                        <a:t>, ~2</a:t>
                      </a:r>
                      <a:r>
                        <a:rPr lang="ko-KR" altLang="en-US" sz="1000" baseline="0" smtClean="0"/>
                        <a:t>월말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S/W </a:t>
                      </a:r>
                      <a:r>
                        <a:rPr lang="ko-KR" altLang="en-US" sz="1000" baseline="0" smtClean="0"/>
                        <a:t>모듈화 진행 후</a:t>
                      </a:r>
                      <a:r>
                        <a:rPr lang="en-US" altLang="ko-KR" sz="1000" baseline="0" smtClean="0"/>
                        <a:t>, ES253EE </a:t>
                      </a:r>
                      <a:r>
                        <a:rPr lang="ko-KR" altLang="en-US" sz="1000" baseline="0" smtClean="0"/>
                        <a:t>전면 재 수정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3. ES253EE </a:t>
                      </a:r>
                      <a:r>
                        <a:rPr lang="ko-KR" altLang="en-US" sz="1000" baseline="0" smtClean="0"/>
                        <a:t>심사 준비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baseline="0" smtClean="0"/>
                        <a:t>일정 </a:t>
                      </a:r>
                      <a:r>
                        <a:rPr lang="en-US" altLang="ko-KR" sz="1000" baseline="0" smtClean="0"/>
                        <a:t>: 1</a:t>
                      </a:r>
                      <a:r>
                        <a:rPr lang="ko-KR" altLang="en-US" sz="1000" baseline="0" smtClean="0"/>
                        <a:t>월말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4. </a:t>
                      </a:r>
                      <a:r>
                        <a:rPr lang="ko-KR" altLang="en-US" sz="1000" baseline="0" smtClean="0"/>
                        <a:t>웨이모 필드 교체 요청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baseline="0" smtClean="0"/>
                        <a:t>구리스 교체 시료 입수 후 </a:t>
                      </a:r>
                      <a:r>
                        <a:rPr lang="en-US" altLang="ko-KR" sz="1000" baseline="0" smtClean="0"/>
                        <a:t>S/W </a:t>
                      </a:r>
                      <a:r>
                        <a:rPr lang="ko-KR" altLang="en-US" sz="1000" baseline="0" smtClean="0"/>
                        <a:t>전류치 재 확인 필요 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긴급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5. PPM </a:t>
                      </a:r>
                      <a:r>
                        <a:rPr lang="ko-KR" altLang="en-US" sz="1000" baseline="0" smtClean="0"/>
                        <a:t>프로토콜을 활용한 </a:t>
                      </a:r>
                      <a:r>
                        <a:rPr lang="en-US" altLang="ko-KR" sz="1000" baseline="0" smtClean="0"/>
                        <a:t>S/W </a:t>
                      </a:r>
                      <a:r>
                        <a:rPr lang="ko-KR" altLang="en-US" sz="1000" baseline="0" smtClean="0"/>
                        <a:t>업데이트 툴 개발 </a:t>
                      </a:r>
                      <a:r>
                        <a:rPr lang="en-US" altLang="ko-KR" sz="1000" baseline="0" smtClean="0"/>
                        <a:t>(Manjesh)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Heater </a:t>
                      </a:r>
                      <a:r>
                        <a:rPr lang="ko-KR" altLang="en-US" sz="1000" baseline="0" smtClean="0"/>
                        <a:t>에서 사용중인 지그 활용 </a:t>
                      </a:r>
                      <a:r>
                        <a:rPr lang="en-US" altLang="ko-KR" sz="1000" baseline="0" smtClean="0"/>
                        <a:t>: X-TAL </a:t>
                      </a:r>
                      <a:r>
                        <a:rPr lang="ko-KR" altLang="en-US" sz="1000" baseline="0" smtClean="0"/>
                        <a:t>사양이 낮아 사용 불가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Motor </a:t>
                      </a:r>
                      <a:r>
                        <a:rPr lang="ko-KR" altLang="en-US" sz="1000" baseline="0" smtClean="0"/>
                        <a:t>에서 사용중인 지그 사용 가능 여부 추가 검토 중</a:t>
                      </a:r>
                      <a:r>
                        <a:rPr lang="en-US" altLang="ko-KR" sz="1000" baseline="0" smtClean="0"/>
                        <a:t>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25.8.1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76962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54501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smtClean="0"/>
                        <a:t>1. Novosense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개발 환경 셋팅완료 </a:t>
                      </a:r>
                      <a:r>
                        <a:rPr lang="en-US" altLang="ko-KR" sz="1000" baseline="0" smtClean="0"/>
                        <a:t>(1/21)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baseline="0" smtClean="0"/>
                        <a:t>지기 제공 </a:t>
                      </a:r>
                      <a:r>
                        <a:rPr lang="en-US" altLang="ko-KR" sz="1000" baseline="0" smtClean="0"/>
                        <a:t>S/W </a:t>
                      </a:r>
                      <a:r>
                        <a:rPr lang="ko-KR" altLang="en-US" sz="1000" baseline="0" smtClean="0"/>
                        <a:t>분석 위한 계획 일정 수립 </a:t>
                      </a:r>
                      <a:r>
                        <a:rPr lang="en-US" altLang="ko-KR" sz="1000" baseline="0" smtClean="0"/>
                        <a:t>: 1/23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CI30 Stepper Act’r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1185590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249085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(1/16~1/22)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smtClean="0"/>
                        <a:t>1. </a:t>
                      </a:r>
                      <a:r>
                        <a:rPr lang="ko-KR" altLang="en-US" sz="1000" smtClean="0"/>
                        <a:t>개발 계획서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기반</a:t>
                      </a:r>
                      <a:r>
                        <a:rPr lang="ko-KR" altLang="en-US" sz="1000" smtClean="0"/>
                        <a:t> 개발 일정 초안 작성 </a:t>
                      </a:r>
                      <a:r>
                        <a:rPr lang="en-US" altLang="ko-KR" sz="1000" smtClean="0"/>
                        <a:t>(with </a:t>
                      </a:r>
                      <a:r>
                        <a:rPr lang="ko-KR" altLang="en-US" sz="1000" smtClean="0"/>
                        <a:t>시스템팀 김용진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smtClean="0"/>
                        <a:t>   -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프로모션 일정 수립 시 일정 확정</a:t>
                      </a:r>
                      <a:endParaRPr lang="en-US" altLang="ko-KR" sz="100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BLDC Motor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904137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53132"/>
              </p:ext>
            </p:extLst>
          </p:nvPr>
        </p:nvGraphicFramePr>
        <p:xfrm>
          <a:off x="3203848" y="790125"/>
          <a:ext cx="25922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smtClean="0">
                          <a:solidFill>
                            <a:schemeClr val="tx1"/>
                          </a:solidFill>
                        </a:rPr>
                        <a:t> 3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0259"/>
              </p:ext>
            </p:extLst>
          </p:nvPr>
        </p:nvGraphicFramePr>
        <p:xfrm>
          <a:off x="1122973" y="372245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1145"/>
              </p:ext>
            </p:extLst>
          </p:nvPr>
        </p:nvGraphicFramePr>
        <p:xfrm>
          <a:off x="5863244" y="3721993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18298"/>
              </p:ext>
            </p:extLst>
          </p:nvPr>
        </p:nvGraphicFramePr>
        <p:xfrm>
          <a:off x="5863244" y="4839008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83099"/>
              </p:ext>
            </p:extLst>
          </p:nvPr>
        </p:nvGraphicFramePr>
        <p:xfrm>
          <a:off x="3558879" y="372245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김진겸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87824" y="6381908"/>
            <a:ext cx="332975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* 26</a:t>
            </a:r>
            <a:r>
              <a:rPr lang="ko-KR" altLang="en-US" sz="800" b="1" dirty="0"/>
              <a:t>년 현대 </a:t>
            </a:r>
            <a:r>
              <a:rPr lang="en-US" altLang="ko-KR" sz="800" b="1" dirty="0"/>
              <a:t>2</a:t>
            </a:r>
            <a:r>
              <a:rPr lang="ko-KR" altLang="en-US" sz="800" b="1" dirty="0" err="1"/>
              <a:t>챔버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수가열</a:t>
            </a:r>
            <a:r>
              <a:rPr lang="ko-KR" altLang="en-US" sz="800" b="1" dirty="0"/>
              <a:t> 히터</a:t>
            </a:r>
            <a:r>
              <a:rPr lang="en-US" altLang="ko-KR" sz="800" b="1" dirty="0"/>
              <a:t>/ Ford Air PTC </a:t>
            </a:r>
            <a:r>
              <a:rPr lang="ko-KR" altLang="en-US" sz="800" b="1" dirty="0"/>
              <a:t>수주 시 충원 </a:t>
            </a:r>
            <a:r>
              <a:rPr lang="en-US" altLang="ko-KR" sz="800" b="1" dirty="0"/>
              <a:t>2</a:t>
            </a:r>
            <a:r>
              <a:rPr lang="ko-KR" altLang="en-US" sz="800" b="1" dirty="0"/>
              <a:t>명 계획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30583" y="4980630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863244" y="6058276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54859" y="4899174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52669"/>
              </p:ext>
            </p:extLst>
          </p:nvPr>
        </p:nvGraphicFramePr>
        <p:xfrm>
          <a:off x="5868144" y="2521662"/>
          <a:ext cx="1907290" cy="108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02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이자효 책임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306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 smtClean="0">
                          <a:solidFill>
                            <a:schemeClr val="tx1"/>
                          </a:solidFill>
                        </a:rPr>
                        <a:t>CI30 Stepper </a:t>
                      </a:r>
                      <a:r>
                        <a:rPr lang="en-US" altLang="ko-KR" sz="1100" baseline="0" smtClean="0">
                          <a:solidFill>
                            <a:schemeClr val="tx1"/>
                          </a:solidFill>
                        </a:rPr>
                        <a:t>Act’r </a:t>
                      </a:r>
                      <a:r>
                        <a:rPr lang="ko-KR" altLang="en-US" sz="1100" baseline="0" smtClean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2. BLDC Motor </a:t>
                      </a:r>
                      <a:r>
                        <a:rPr lang="ko-KR" altLang="en-US" sz="1100" b="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en-US" altLang="ko-KR" sz="1100" b="0" baseline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3. Act’r/Valve </a:t>
                      </a:r>
                      <a:r>
                        <a:rPr lang="ko-KR" altLang="en-US" sz="1100" b="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358766"/>
              </p:ext>
            </p:extLst>
          </p:nvPr>
        </p:nvGraphicFramePr>
        <p:xfrm>
          <a:off x="3558879" y="251691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solidFill>
                            <a:schemeClr val="tx1"/>
                          </a:solidFill>
                        </a:rPr>
                        <a:t>VIGNESH </a:t>
                      </a:r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smtClean="0">
                          <a:solidFill>
                            <a:schemeClr val="tx1"/>
                          </a:solidFill>
                        </a:rPr>
                        <a:t>4Way</a:t>
                      </a:r>
                      <a:r>
                        <a:rPr lang="en-US" altLang="ko-KR" sz="1100" baseline="0" smtClean="0">
                          <a:solidFill>
                            <a:schemeClr val="tx1"/>
                          </a:solidFill>
                        </a:rPr>
                        <a:t>Valve S/W </a:t>
                      </a:r>
                      <a:r>
                        <a:rPr lang="ko-KR" altLang="en-US" sz="1100" baseline="0" smtClean="0">
                          <a:solidFill>
                            <a:schemeClr val="tx1"/>
                          </a:solidFill>
                        </a:rPr>
                        <a:t>고장 진단 모듈화 진행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smtClean="0">
                          <a:solidFill>
                            <a:schemeClr val="tx1"/>
                          </a:solidFill>
                        </a:rPr>
                        <a:t> 2. S/W </a:t>
                      </a:r>
                      <a:r>
                        <a:rPr lang="ko-KR" altLang="en-US" sz="1100" baseline="0" smtClean="0">
                          <a:solidFill>
                            <a:schemeClr val="tx1"/>
                          </a:solidFill>
                        </a:rPr>
                        <a:t>정</a:t>
                      </a:r>
                      <a:r>
                        <a:rPr lang="en-US" altLang="ko-KR" sz="1100" baseline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smtClean="0">
                          <a:solidFill>
                            <a:schemeClr val="tx1"/>
                          </a:solidFill>
                        </a:rPr>
                        <a:t>동적 검증 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506531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25486</TotalTime>
  <Words>2825</Words>
  <Application>Microsoft Office PowerPoint</Application>
  <PresentationFormat>화면 슬라이드 쇼(4:3)</PresentationFormat>
  <Paragraphs>651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굴림</vt:lpstr>
      <vt:lpstr>맑은 고딕</vt:lpstr>
      <vt:lpstr>현대하모니 M</vt:lpstr>
      <vt:lpstr>Arial</vt:lpstr>
      <vt:lpstr>Lucida Sans Unicode</vt:lpstr>
      <vt:lpstr>Verdana</vt:lpstr>
      <vt:lpstr>Wingdings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6270</cp:revision>
  <dcterms:created xsi:type="dcterms:W3CDTF">2019-10-24T04:42:23Z</dcterms:created>
  <dcterms:modified xsi:type="dcterms:W3CDTF">2026-01-28T04:59:41Z</dcterms:modified>
  <cp:version/>
</cp:coreProperties>
</file>