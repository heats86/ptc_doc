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709" r:id="rId1"/>
  </p:sldMasterIdLst>
  <p:notesMasterIdLst>
    <p:notesMasterId r:id="rId13"/>
  </p:notesMasterIdLst>
  <p:handoutMasterIdLst>
    <p:handoutMasterId r:id="rId14"/>
  </p:handoutMasterIdLst>
  <p:sldIdLst>
    <p:sldId id="1005" r:id="rId2"/>
    <p:sldId id="958" r:id="rId3"/>
    <p:sldId id="997" r:id="rId4"/>
    <p:sldId id="998" r:id="rId5"/>
    <p:sldId id="994" r:id="rId6"/>
    <p:sldId id="1004" r:id="rId7"/>
    <p:sldId id="1000" r:id="rId8"/>
    <p:sldId id="1001" r:id="rId9"/>
    <p:sldId id="1002" r:id="rId10"/>
    <p:sldId id="1003" r:id="rId11"/>
    <p:sldId id="1006" r:id="rId12"/>
  </p:sldIdLst>
  <p:sldSz cx="9144000" cy="6858000" type="screen4x3"/>
  <p:notesSz cx="6802438" cy="9934575"/>
  <p:embeddedFontLst>
    <p:embeddedFont>
      <p:font typeface="굴림" panose="020B0600000101010101" pitchFamily="50" charset="-127"/>
      <p:regular r:id="rId15"/>
    </p:embeddedFont>
    <p:embeddedFont>
      <p:font typeface="Lucida Sans Unicode" panose="020B0602030504020204" pitchFamily="34" charset="0"/>
      <p:regular r:id="rId16"/>
    </p:embeddedFont>
    <p:embeddedFont>
      <p:font typeface="Verdana" panose="020B0604030504040204" pitchFamily="34" charset="0"/>
      <p:regular r:id="rId17"/>
      <p:bold r:id="rId18"/>
      <p:italic r:id="rId19"/>
      <p:boldItalic r:id="rId20"/>
    </p:embeddedFont>
    <p:embeddedFont>
      <p:font typeface="맑은 고딕" panose="020B0503020000020004" pitchFamily="50" charset="-127"/>
      <p:regular r:id="rId21"/>
      <p:bold r:id="rId22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02" autoAdjust="0"/>
    <p:restoredTop sz="96400" autoAdjust="0"/>
  </p:normalViewPr>
  <p:slideViewPr>
    <p:cSldViewPr snapToObjects="1">
      <p:cViewPr varScale="1">
        <p:scale>
          <a:sx n="115" d="100"/>
          <a:sy n="115" d="100"/>
        </p:scale>
        <p:origin x="1788" y="108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2025-09-05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2025-09-05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79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06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873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910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7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157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939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97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15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76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040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571231"/>
              </p:ext>
            </p:extLst>
          </p:nvPr>
        </p:nvGraphicFramePr>
        <p:xfrm>
          <a:off x="215899" y="692696"/>
          <a:ext cx="8748588" cy="3476960"/>
        </p:xfrm>
        <a:graphic>
          <a:graphicData uri="http://schemas.openxmlformats.org/drawingml/2006/table">
            <a:tbl>
              <a:tblPr/>
              <a:tblGrid>
                <a:gridCol w="49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973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58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QV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좌우 온도 편차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endParaRPr lang="en-US" altLang="ko-KR" sz="1000" b="0" kern="1200" baseline="0" smtClean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항속형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주차 시험 예정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에너지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시험팀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챔버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25/4/15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~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QV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15568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SVm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및 최대 난방 평가 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SVm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평가시료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26mm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TC165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24mm, TC165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9/4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예상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난방 평가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예정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25/4/15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~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SVm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17662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BJ1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최대 난방 및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BJ1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평가시료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26mm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TC165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24mm, TC165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9/5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예상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난방 평가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예정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25/7/15 ~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BJ1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056622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지시내용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의사결정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리스크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err="1" smtClean="0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32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106892"/>
              </p:ext>
            </p:extLst>
          </p:nvPr>
        </p:nvGraphicFramePr>
        <p:xfrm>
          <a:off x="47211" y="536957"/>
          <a:ext cx="9073008" cy="5809339"/>
        </p:xfrm>
        <a:graphic>
          <a:graphicData uri="http://schemas.openxmlformats.org/drawingml/2006/table">
            <a:tbl>
              <a:tblPr/>
              <a:tblGrid>
                <a:gridCol w="62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193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3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154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3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항속형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주차 시험 예정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에너지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시험팀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챔버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기본형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LP2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대응 위한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진행 중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(~9/8)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R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튜닝 진행 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체크리스트에 따른 시험 진행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설계변경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(9/10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SWE. 1, 2, 3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산출물 작성 및 검토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(80%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 90%)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 Unit Test Case Specification (90%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 100%)</a:t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 Integration Test Case Specification (90%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 95%)</a:t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SW Qualification Test Case Specification (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70%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 75%)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 Static Test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 및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생성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 Unit Test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씨앤비스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점검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보완내용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진행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Code Review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Review Report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SW Static Analysis Report Review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실시 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Review Report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SW Unit Test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 및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생성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SW Integration Test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SWE. 1, 2, 3, 4, 5, 6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순차적으로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ALM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0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25.07.05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Pre P#2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aphicFrame>
        <p:nvGraphicFramePr>
          <p:cNvPr id="33" name="개체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428122"/>
              </p:ext>
            </p:extLst>
          </p:nvPr>
        </p:nvGraphicFramePr>
        <p:xfrm>
          <a:off x="3797613" y="3501008"/>
          <a:ext cx="3810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5" name="워크시트" showAsIcon="1" r:id="rId4" imgW="380880" imgH="806400" progId="Excel.Sheet.12">
                  <p:embed/>
                </p:oleObj>
              </mc:Choice>
              <mc:Fallback>
                <p:oleObj name="워크시트" showAsIcon="1" r:id="rId4" imgW="380880" imgH="806400" progId="Excel.Sheet.12">
                  <p:embed/>
                  <p:pic>
                    <p:nvPicPr>
                      <p:cNvPr id="9" name="개체 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97613" y="3501008"/>
                        <a:ext cx="3810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5177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688256"/>
              </p:ext>
            </p:extLst>
          </p:nvPr>
        </p:nvGraphicFramePr>
        <p:xfrm>
          <a:off x="11059" y="536956"/>
          <a:ext cx="9097445" cy="5841504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610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7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59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SVm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평가시료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24mm, TC165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9/4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TC 165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변경에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Soft-Start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설계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TC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높아짐으로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무풍 저풍량 시험 불만족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Soft-Start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설계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(~9/19)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 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BJ/QV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수평 전개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17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SVm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9/4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남양연구소 환경 시험동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26.03.30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26.06.30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48866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354500"/>
              </p:ext>
            </p:extLst>
          </p:nvPr>
        </p:nvGraphicFramePr>
        <p:xfrm>
          <a:off x="11059" y="536956"/>
          <a:ext cx="9097445" cy="5884252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BJ1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평가시료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24mm, TC165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BJ1 RHD Sample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5EA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BJ1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남양연구소 환경 시험동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25.11.01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73593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35540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26.10.01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75222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462335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7630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650760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관련 문의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설계팀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동일하게 진행 하면 되는지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(8/20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요청하였으나 답변 지연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fontAlgn="t" latinLnBrk="0"/>
                      <a:endParaRPr lang="en-US" altLang="ko-KR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[QV 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적용사항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fontAlgn="t" latinLnBrk="0"/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1. Debug Port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대하여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비전으로 납땜이 되지 않은것을 검출 하며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상    </a:t>
                      </a:r>
                      <a:endParaRPr lang="en-US" altLang="ko-KR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추가하여 추적 관리 할 수 있어야 한다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fontAlgn="t" latinLnBrk="0"/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2. EOL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상에서 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 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Secure Debug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적용 되었는지 표시 해야만 한다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endParaRPr lang="ko-KR" altLang="en-US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fontAlgn="t" latinLnBrk="0"/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3. 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양산이후 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ReWriting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할 수 없도록 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Bootloader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제거해야한다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endParaRPr lang="ko-KR" altLang="en-US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</a:t>
                      </a:r>
                    </a:p>
                    <a:p>
                      <a:pPr fontAlgn="t" latinLnBrk="0"/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4. LP2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시 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5EA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한하여 사이버 보안 적용 품 납품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   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단계부터 전량에 대하여 사이버 보안 적용 품 납품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관련 문의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설계팀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동일하게 진행 하면 되는지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유선 연락 하여 확인 예정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519702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82886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KY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24.06.01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24.08.31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7990915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5776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Y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26.04.20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25.05.01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RHD</a:t>
            </a:r>
            <a:endParaRPr lang="ko-KR" altLang="en-US" sz="1000" b="1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LHD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005616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451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Maruti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Suzuki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163053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053259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(9/5~9/11)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1772754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15143</TotalTime>
  <Words>910</Words>
  <Application>Microsoft Office PowerPoint</Application>
  <PresentationFormat>화면 슬라이드 쇼(4:3)</PresentationFormat>
  <Paragraphs>327</Paragraphs>
  <Slides>11</Slides>
  <Notes>11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Arial</vt:lpstr>
      <vt:lpstr>굴림</vt:lpstr>
      <vt:lpstr>Wingdings</vt:lpstr>
      <vt:lpstr>Lucida Sans Unicode</vt:lpstr>
      <vt:lpstr>Verdana</vt:lpstr>
      <vt:lpstr>맑은 고딕</vt:lpstr>
      <vt:lpstr>제안서 템플릿</vt:lpstr>
      <vt:lpstr>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6045</cp:revision>
  <dcterms:created xsi:type="dcterms:W3CDTF">2019-10-24T04:42:23Z</dcterms:created>
  <dcterms:modified xsi:type="dcterms:W3CDTF">2025-09-05T00:44:03Z</dcterms:modified>
  <cp:version/>
</cp:coreProperties>
</file>