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4"/>
  </p:notesMasterIdLst>
  <p:handoutMasterIdLst>
    <p:handoutMasterId r:id="rId5"/>
  </p:handoutMasterIdLst>
  <p:sldIdLst>
    <p:sldId id="458" r:id="rId2"/>
    <p:sldId id="445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99CCFF"/>
    <a:srgbClr val="0000CC"/>
    <a:srgbClr val="FF99FF"/>
    <a:srgbClr val="FF33CC"/>
    <a:srgbClr val="FF3399"/>
    <a:srgbClr val="FF0000"/>
    <a:srgbClr val="CC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46" autoAdjust="0"/>
    <p:restoredTop sz="94560" autoAdjust="0"/>
  </p:normalViewPr>
  <p:slideViewPr>
    <p:cSldViewPr snapToObjects="1">
      <p:cViewPr varScale="1">
        <p:scale>
          <a:sx n="103" d="100"/>
          <a:sy n="103" d="100"/>
        </p:scale>
        <p:origin x="3304" y="56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496891" y="2363599"/>
            <a:ext cx="59804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 anchor="ctr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SVm </a:t>
            </a:r>
            <a:r>
              <a:rPr kumimoji="1" lang="en-US" altLang="ko-KR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 HV PTC HEATER ASSY</a:t>
            </a: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실차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시험 평가 계획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우리산업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en-US" altLang="ko-KR" sz="24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723057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PTC HTR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25344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2025.02.06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96212"/>
              </p:ext>
            </p:extLst>
          </p:nvPr>
        </p:nvGraphicFramePr>
        <p:xfrm>
          <a:off x="124592" y="918012"/>
          <a:ext cx="8887048" cy="560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048">
                  <a:extLst>
                    <a:ext uri="{9D8B030D-6E8A-4147-A177-3AD203B41FA5}">
                      <a16:colId xmlns:a16="http://schemas.microsoft.com/office/drawing/2014/main" val="2290605125"/>
                    </a:ext>
                  </a:extLst>
                </a:gridCol>
              </a:tblGrid>
              <a:tr h="5607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063705"/>
                  </a:ext>
                </a:extLst>
              </a:tr>
            </a:tbl>
          </a:graphicData>
        </a:graphic>
      </p:graphicFrame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686" y="29251"/>
            <a:ext cx="777998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100" b="1" smtClean="0">
                <a:cs typeface="Arial" panose="020B0604020202020204" pitchFamily="34" charset="0"/>
              </a:rPr>
              <a:t>■ SVm</a:t>
            </a:r>
            <a:r>
              <a:rPr lang="en-US" altLang="ko-KR" sz="2100" b="1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100" b="1" dirty="0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– HV PTC HEATER ASSY</a:t>
            </a:r>
            <a:endParaRPr lang="ko-KR" altLang="en-US" sz="2100" b="1" dirty="0" smtClean="0">
              <a:latin typeface="Arial" panose="020B060402020202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7678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824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3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557" y="548680"/>
            <a:ext cx="327044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◈ 목적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실차</a:t>
            </a:r>
            <a:r>
              <a:rPr lang="ko-KR" altLang="en-US" sz="1200" dirty="0" smtClean="0"/>
              <a:t> 평가를 통한 상품성 검증 활동</a:t>
            </a:r>
            <a:endParaRPr lang="en-US" altLang="ko-KR" sz="1200" dirty="0" smtClean="0"/>
          </a:p>
        </p:txBody>
      </p:sp>
      <p:sp>
        <p:nvSpPr>
          <p:cNvPr id="65" name="직사각형 64"/>
          <p:cNvSpPr/>
          <p:nvPr/>
        </p:nvSpPr>
        <p:spPr>
          <a:xfrm>
            <a:off x="134400" y="919842"/>
            <a:ext cx="8877239" cy="12464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/>
              <a:t>■ 평가 계획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1.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SV P1 </a:t>
            </a:r>
            <a:r>
              <a:rPr lang="ko-KR" altLang="en-US" sz="1000" dirty="0" err="1" smtClean="0"/>
              <a:t>용도차</a:t>
            </a:r>
            <a:r>
              <a:rPr lang="ko-KR" altLang="en-US" sz="1000" dirty="0" smtClean="0"/>
              <a:t> 대여 일자 </a:t>
            </a:r>
            <a:r>
              <a:rPr lang="en-US" altLang="ko-KR" sz="1000" dirty="0" smtClean="0"/>
              <a:t>: </a:t>
            </a:r>
            <a:r>
              <a:rPr lang="en-US" altLang="ko-KR" sz="1000" dirty="0" smtClean="0"/>
              <a:t>2025/2/14 </a:t>
            </a:r>
            <a:r>
              <a:rPr lang="en-US" altLang="ko-KR" sz="1000" dirty="0" smtClean="0"/>
              <a:t>~ </a:t>
            </a:r>
            <a:r>
              <a:rPr lang="en-US" altLang="ko-KR" sz="1000" dirty="0" smtClean="0"/>
              <a:t>2025/3/31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  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현재 타 업무 병행하여 </a:t>
            </a:r>
            <a:r>
              <a:rPr lang="ko-KR" altLang="en-US" sz="1000" dirty="0" err="1" smtClean="0"/>
              <a:t>실차</a:t>
            </a:r>
            <a:r>
              <a:rPr lang="ko-KR" altLang="en-US" sz="1000" dirty="0" smtClean="0"/>
              <a:t> 평가를 진행함으로써 </a:t>
            </a:r>
            <a:r>
              <a:rPr lang="ko-KR" altLang="en-US" sz="1000" dirty="0" smtClean="0"/>
              <a:t>약 </a:t>
            </a:r>
            <a:r>
              <a:rPr lang="en-US" altLang="ko-KR" sz="1000" dirty="0" smtClean="0"/>
              <a:t>45</a:t>
            </a:r>
            <a:r>
              <a:rPr lang="ko-KR" altLang="en-US" sz="1000" dirty="0" smtClean="0"/>
              <a:t>일 </a:t>
            </a:r>
            <a:r>
              <a:rPr lang="ko-KR" altLang="en-US" sz="1000" dirty="0" smtClean="0"/>
              <a:t>대여 요청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: </a:t>
            </a:r>
            <a:r>
              <a:rPr lang="ko-KR" altLang="en-US" sz="1000" dirty="0" smtClean="0"/>
              <a:t>임시 번호판 등록 지연에 따른 대여 기간 연장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2. </a:t>
            </a:r>
            <a:r>
              <a:rPr lang="ko-KR" altLang="en-US" sz="1000" dirty="0" smtClean="0"/>
              <a:t>평가 장소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우리산업</a:t>
            </a:r>
            <a:r>
              <a:rPr lang="ko-KR" altLang="en-US" sz="1000" dirty="0" smtClean="0"/>
              <a:t> 기술 연구소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용인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및 도로주행</a:t>
            </a:r>
            <a:endParaRPr lang="en-US" altLang="ko-KR" sz="10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283288"/>
              </p:ext>
            </p:extLst>
          </p:nvPr>
        </p:nvGraphicFramePr>
        <p:xfrm>
          <a:off x="463660" y="2420888"/>
          <a:ext cx="8208911" cy="3737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008">
                  <a:extLst>
                    <a:ext uri="{9D8B030D-6E8A-4147-A177-3AD203B41FA5}">
                      <a16:colId xmlns:a16="http://schemas.microsoft.com/office/drawing/2014/main" val="2191727681"/>
                    </a:ext>
                  </a:extLst>
                </a:gridCol>
                <a:gridCol w="2549548">
                  <a:extLst>
                    <a:ext uri="{9D8B030D-6E8A-4147-A177-3AD203B41FA5}">
                      <a16:colId xmlns:a16="http://schemas.microsoft.com/office/drawing/2014/main" val="666975063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063241545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133166656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640882168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454665248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774342297"/>
                    </a:ext>
                  </a:extLst>
                </a:gridCol>
              </a:tblGrid>
              <a:tr h="1821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항목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평가 방법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평가 일정 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</a:rPr>
                        <a:t>Week)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956898"/>
                  </a:ext>
                </a:extLst>
              </a:tr>
              <a:tr h="182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9754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 err="1">
                          <a:effectLst/>
                        </a:rPr>
                        <a:t>실차</a:t>
                      </a:r>
                      <a:r>
                        <a:rPr lang="ko-KR" altLang="en-US" sz="1000" u="none" strike="noStrike" dirty="0">
                          <a:effectLst/>
                        </a:rPr>
                        <a:t> 평가 </a:t>
                      </a:r>
                      <a:r>
                        <a:rPr lang="en-US" altLang="ko-KR" sz="1000" u="none" strike="noStrike" dirty="0">
                          <a:effectLst/>
                        </a:rPr>
                        <a:t>PTC Heater </a:t>
                      </a:r>
                      <a:r>
                        <a:rPr lang="ko-KR" altLang="en-US" sz="1000" u="none" strike="noStrike" dirty="0">
                          <a:effectLst/>
                        </a:rPr>
                        <a:t>측정 시료 교체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34384"/>
                  </a:ext>
                </a:extLst>
              </a:tr>
              <a:tr h="24303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토출구 및 실내 써모커플 설치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401268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GND Level (HV GND, LV GND to  </a:t>
                      </a:r>
                      <a:r>
                        <a:rPr lang="ko-KR" altLang="en-US" sz="1000" u="none" strike="noStrike">
                          <a:effectLst/>
                        </a:rPr>
                        <a:t>샤시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>
                          <a:effectLst/>
                        </a:rPr>
                        <a:t>각각의 조건에 따른 계측장비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오실로스</a:t>
                      </a:r>
                      <a:endParaRPr lang="en-US" altLang="ko-KR" sz="1000" u="none" strike="noStrike" smtClean="0">
                        <a:effectLst/>
                      </a:endParaRPr>
                    </a:p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코프 </a:t>
                      </a:r>
                      <a:r>
                        <a:rPr lang="ko-KR" altLang="en-US" sz="1000" u="none" strike="noStrike">
                          <a:effectLst/>
                        </a:rPr>
                        <a:t>파형 측정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6721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(IGN)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43184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시동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5241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Relay </a:t>
                      </a:r>
                      <a:r>
                        <a:rPr lang="ko-KR" altLang="en-US" sz="1000" u="none" strike="noStrike">
                          <a:effectLst/>
                        </a:rPr>
                        <a:t>작동시</a:t>
                      </a:r>
                      <a:r>
                        <a:rPr lang="en-US" altLang="ko-KR" sz="1000" u="none" strike="noStrike">
                          <a:effectLst/>
                        </a:rPr>
                        <a:t>(Rr Def, </a:t>
                      </a:r>
                      <a:r>
                        <a:rPr lang="ko-KR" altLang="en-US" sz="1000" u="none" strike="noStrike">
                          <a:effectLst/>
                        </a:rPr>
                        <a:t>와이퍼</a:t>
                      </a:r>
                      <a:r>
                        <a:rPr lang="en-US" altLang="ko-KR" sz="1000" u="none" strike="noStrike">
                          <a:effectLst/>
                        </a:rPr>
                        <a:t>, </a:t>
                      </a:r>
                      <a:r>
                        <a:rPr lang="ko-KR" altLang="en-US" sz="1000" u="none" strike="noStrike">
                          <a:effectLst/>
                        </a:rPr>
                        <a:t>선루프 작동등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인가파형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093745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ON/OFF </a:t>
                      </a:r>
                      <a:r>
                        <a:rPr lang="ko-KR" altLang="en-US" sz="1000" u="none" strike="noStrike">
                          <a:effectLst/>
                        </a:rPr>
                        <a:t>반복시 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전원단 이상파형 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28963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IGBT ON/OFF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sz="1000" u="none" strike="noStrike">
                          <a:effectLst/>
                        </a:rPr>
                        <a:t>Gate/Collector</a:t>
                      </a:r>
                      <a:r>
                        <a:rPr lang="ko-KR" altLang="en-US" sz="1000" u="none" strike="noStrike">
                          <a:effectLst/>
                        </a:rPr>
                        <a:t>단 전압 파형확인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53516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altLang="ko-KR" sz="1000" u="none" strike="noStrike">
                          <a:effectLst/>
                        </a:rPr>
                        <a:t>Gate</a:t>
                      </a:r>
                      <a:r>
                        <a:rPr lang="ko-KR" altLang="en-US" sz="1000" u="none" strike="noStrike">
                          <a:effectLst/>
                        </a:rPr>
                        <a:t>단과 고전압단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되는 시점</a:t>
                      </a:r>
                      <a:r>
                        <a:rPr lang="en-US" altLang="ko-KR" sz="1000" u="none" strike="noStrike">
                          <a:effectLst/>
                        </a:rPr>
                        <a:t>(Timing) 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32104"/>
                  </a:ext>
                </a:extLst>
              </a:tr>
              <a:tr h="111760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>
                          <a:effectLst/>
                        </a:rPr>
                        <a:t>ATCU</a:t>
                      </a:r>
                      <a:r>
                        <a:rPr lang="ko-KR" altLang="en-US" sz="1000" u="none" strike="noStrike">
                          <a:effectLst/>
                        </a:rPr>
                        <a:t>의 제어단계 </a:t>
                      </a:r>
                      <a:r>
                        <a:rPr lang="en-US" altLang="ko-KR" sz="1000" u="none" strike="noStrike">
                          <a:effectLst/>
                        </a:rPr>
                        <a:t>(1~8</a:t>
                      </a:r>
                      <a:r>
                        <a:rPr lang="ko-KR" altLang="en-US" sz="1000" u="none" strike="noStrike">
                          <a:effectLst/>
                        </a:rPr>
                        <a:t>단계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환경 변화 </a:t>
                      </a:r>
                      <a:r>
                        <a:rPr lang="ko-KR" altLang="en-US" sz="1000" u="none" strike="noStrike" smtClean="0">
                          <a:effectLst/>
                        </a:rPr>
                        <a:t>및 온도에 </a:t>
                      </a:r>
                      <a:r>
                        <a:rPr lang="ko-KR" altLang="en-US" sz="1000" u="none" strike="noStrike">
                          <a:effectLst/>
                        </a:rPr>
                        <a:t>따른 </a:t>
                      </a:r>
                      <a:r>
                        <a:rPr lang="en-US" altLang="ko-KR" sz="1000" u="none" strike="noStrike">
                          <a:effectLst/>
                        </a:rPr>
                        <a:t>PTC </a:t>
                      </a:r>
                      <a:r>
                        <a:rPr lang="ko-KR" altLang="en-US" sz="1000" u="none" strike="noStrike">
                          <a:effectLst/>
                        </a:rPr>
                        <a:t>응답성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주행중</a:t>
                      </a:r>
                      <a:r>
                        <a:rPr lang="ko-KR" altLang="en-US" sz="1000" u="none" strike="noStrike" dirty="0">
                          <a:effectLst/>
                        </a:rPr>
                        <a:t> 또는 정치 상태에서 히터 작동 </a:t>
                      </a:r>
                      <a:endParaRPr lang="en-US" altLang="ko-KR" sz="10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조건에 </a:t>
                      </a:r>
                      <a:r>
                        <a:rPr lang="ko-KR" altLang="en-US" sz="1000" u="none" strike="noStrike" dirty="0">
                          <a:effectLst/>
                        </a:rPr>
                        <a:t>따른 성능 변화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비교</a:t>
                      </a:r>
                      <a:r>
                        <a:rPr lang="ko-KR" altLang="en-US" sz="1000" u="none" strike="noStrike" dirty="0">
                          <a:effectLst/>
                        </a:rPr>
                        <a:t/>
                      </a:r>
                      <a:br>
                        <a:rPr lang="ko-KR" alt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토출구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써모커플을</a:t>
                      </a:r>
                      <a:r>
                        <a:rPr lang="ko-KR" altLang="en-US" sz="1000" u="none" strike="noStrike" dirty="0">
                          <a:effectLst/>
                        </a:rPr>
                        <a:t> 적용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온도 변화 측정</a:t>
                      </a:r>
                      <a:br>
                        <a:rPr lang="ko-KR" alt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 dirty="0">
                          <a:effectLst/>
                        </a:rPr>
                        <a:t>계측장비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오실로스코프</a:t>
                      </a:r>
                      <a:r>
                        <a:rPr lang="ko-KR" altLang="en-US" sz="1000" u="none" strike="noStrike" dirty="0">
                          <a:effectLst/>
                        </a:rPr>
                        <a:t> 및 </a:t>
                      </a:r>
                      <a:r>
                        <a:rPr lang="en-US" altLang="ko-KR" sz="1000" u="none" strike="noStrike" dirty="0" err="1">
                          <a:effectLst/>
                        </a:rPr>
                        <a:t>CANalyzer</a:t>
                      </a:r>
                      <a:r>
                        <a:rPr lang="ko-KR" altLang="en-US" sz="1000" u="none" strike="noStrike" dirty="0">
                          <a:effectLst/>
                        </a:rPr>
                        <a:t>를 </a:t>
                      </a:r>
                      <a:endParaRPr lang="en-US" altLang="ko-KR" sz="10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활용한 </a:t>
                      </a:r>
                      <a:r>
                        <a:rPr lang="ko-KR" altLang="en-US" sz="1000" u="none" strike="noStrike" dirty="0">
                          <a:effectLst/>
                        </a:rPr>
                        <a:t>측정 및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44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47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38090</TotalTime>
  <Words>225</Words>
  <Application>Microsoft Office PowerPoint</Application>
  <PresentationFormat>화면 슬라이드 쇼(4:3)</PresentationFormat>
  <Paragraphs>83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Times New Roman</vt:lpstr>
      <vt:lpstr>Verdana</vt:lpstr>
      <vt:lpstr>Wingdings</vt:lpstr>
      <vt:lpstr>제안서 템플릿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4125</cp:revision>
  <cp:lastPrinted>2021-07-19T08:33:35Z</cp:lastPrinted>
  <dcterms:created xsi:type="dcterms:W3CDTF">2019-10-24T04:42:23Z</dcterms:created>
  <dcterms:modified xsi:type="dcterms:W3CDTF">2025-02-24T05:14:15Z</dcterms:modified>
</cp:coreProperties>
</file>