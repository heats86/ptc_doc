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1"/>
  </p:sldMasterIdLst>
  <p:notesMasterIdLst>
    <p:notesMasterId r:id="rId9"/>
  </p:notesMasterIdLst>
  <p:handoutMasterIdLst>
    <p:handoutMasterId r:id="rId10"/>
  </p:handoutMasterIdLst>
  <p:sldIdLst>
    <p:sldId id="533" r:id="rId2"/>
    <p:sldId id="532" r:id="rId3"/>
    <p:sldId id="534" r:id="rId4"/>
    <p:sldId id="535" r:id="rId5"/>
    <p:sldId id="536" r:id="rId6"/>
    <p:sldId id="537" r:id="rId7"/>
    <p:sldId id="538" r:id="rId8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2069">
          <p15:clr>
            <a:srgbClr val="A4A3A4"/>
          </p15:clr>
        </p15:guide>
        <p15:guide id="3" orient="horz" pos="2976">
          <p15:clr>
            <a:srgbClr val="A4A3A4"/>
          </p15:clr>
        </p15:guide>
        <p15:guide id="4" pos="975">
          <p15:clr>
            <a:srgbClr val="A4A3A4"/>
          </p15:clr>
        </p15:guide>
        <p15:guide id="6" pos="4150">
          <p15:clr>
            <a:srgbClr val="A4A3A4"/>
          </p15:clr>
        </p15:guide>
        <p15:guide id="7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3300"/>
    <a:srgbClr val="FF9999"/>
    <a:srgbClr val="FF7C80"/>
    <a:srgbClr val="FFFF66"/>
    <a:srgbClr val="FF99FF"/>
    <a:srgbClr val="0000FF"/>
    <a:srgbClr val="99CCFF"/>
    <a:srgbClr val="FF00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94560" autoAdjust="0"/>
  </p:normalViewPr>
  <p:slideViewPr>
    <p:cSldViewPr snapToObjects="1">
      <p:cViewPr varScale="1">
        <p:scale>
          <a:sx n="113" d="100"/>
          <a:sy n="113" d="100"/>
        </p:scale>
        <p:origin x="456" y="114"/>
      </p:cViewPr>
      <p:guideLst>
        <p:guide orient="horz" pos="1071"/>
        <p:guide orient="horz" pos="2069"/>
        <p:guide orient="horz" pos="2976"/>
        <p:guide pos="975"/>
        <p:guide pos="415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r">
              <a:defRPr sz="1200"/>
            </a:lvl1pPr>
          </a:lstStyle>
          <a:p>
            <a:fld id="{0F9C7889-A84F-49D1-BD5A-0C9403740ED6}" type="datetimeFigureOut">
              <a:rPr lang="ko-KR" altLang="en-US" smtClean="0"/>
              <a:pPr/>
              <a:t>2025-05-21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r">
              <a:defRPr sz="1200"/>
            </a:lvl1pPr>
          </a:lstStyle>
          <a:p>
            <a:fld id="{7FACC8F6-5469-4F2F-A461-25A096C9479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2887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r">
              <a:defRPr sz="1200"/>
            </a:lvl1pPr>
          </a:lstStyle>
          <a:p>
            <a:fld id="{95102FC6-FE94-47A7-84EE-A54FBD2777CB}" type="datetimeFigureOut">
              <a:rPr lang="ko-KR" altLang="en-US" smtClean="0"/>
              <a:pPr/>
              <a:t>2025-05-21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1425"/>
            <a:ext cx="4470400" cy="3354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86" tIns="45743" rIns="91486" bIns="45743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86" tIns="45743" rIns="91486" bIns="45743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r">
              <a:defRPr sz="1200"/>
            </a:lvl1pPr>
          </a:lstStyle>
          <a:p>
            <a:fld id="{17C94E65-097A-4CA0-B953-83BB7887CD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1410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23528" y="6604084"/>
            <a:ext cx="67687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3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ko-KR" altLang="en-US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100"/>
              </a:lnSpc>
            </a:pPr>
            <a:r>
              <a:rPr lang="en-US" altLang="en-US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2564904"/>
            <a:ext cx="7128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latin typeface="+mj-lt"/>
              </a:rPr>
              <a:t>QV, </a:t>
            </a:r>
            <a:r>
              <a:rPr lang="en-US" altLang="ko-KR" sz="2800" b="1" dirty="0" smtClean="0">
                <a:latin typeface="+mj-lt"/>
              </a:rPr>
              <a:t>25</a:t>
            </a:r>
            <a:r>
              <a:rPr lang="ko-KR" altLang="en-US" sz="2800" b="1" dirty="0" smtClean="0">
                <a:latin typeface="+mj-lt"/>
              </a:rPr>
              <a:t>년 </a:t>
            </a:r>
            <a:r>
              <a:rPr lang="en-US" altLang="ko-KR" sz="2800" b="1" dirty="0" smtClean="0">
                <a:latin typeface="+mj-lt"/>
              </a:rPr>
              <a:t>1</a:t>
            </a:r>
            <a:r>
              <a:rPr lang="ko-KR" altLang="en-US" sz="2800" b="1" dirty="0" smtClean="0">
                <a:latin typeface="+mj-lt"/>
              </a:rPr>
              <a:t>분기</a:t>
            </a:r>
            <a:r>
              <a:rPr lang="en-US" altLang="ko-KR" sz="2800" b="1" dirty="0" smtClean="0">
                <a:latin typeface="+mj-lt"/>
              </a:rPr>
              <a:t>, 25</a:t>
            </a:r>
            <a:r>
              <a:rPr lang="ko-KR" altLang="en-US" sz="2800" b="1" dirty="0" smtClean="0">
                <a:latin typeface="+mj-lt"/>
              </a:rPr>
              <a:t>년 </a:t>
            </a:r>
            <a:r>
              <a:rPr lang="en-US" altLang="ko-KR" sz="2800" b="1" dirty="0" smtClean="0">
                <a:latin typeface="+mj-lt"/>
              </a:rPr>
              <a:t>2</a:t>
            </a:r>
            <a:r>
              <a:rPr lang="ko-KR" altLang="en-US" sz="2800" b="1" dirty="0" smtClean="0">
                <a:latin typeface="+mj-lt"/>
              </a:rPr>
              <a:t>분기</a:t>
            </a:r>
            <a:r>
              <a:rPr lang="en-US" altLang="ko-KR" sz="2800" b="1" dirty="0" smtClean="0">
                <a:latin typeface="+mj-lt"/>
              </a:rPr>
              <a:t> </a:t>
            </a:r>
            <a:r>
              <a:rPr lang="ko-KR" altLang="en-US" sz="2800" b="1" dirty="0" smtClean="0">
                <a:latin typeface="+mj-lt"/>
              </a:rPr>
              <a:t>로컬 캔 비교</a:t>
            </a:r>
            <a:endParaRPr lang="ko-KR" altLang="en-US" sz="3200" b="1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76665" y="4869160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 smtClean="0"/>
              <a:t>임제훈</a:t>
            </a:r>
            <a:endParaRPr lang="en-US" altLang="ko-KR" b="1" dirty="0" smtClean="0"/>
          </a:p>
          <a:p>
            <a:pPr algn="ctr"/>
            <a:r>
              <a:rPr lang="en-US" altLang="ko-KR" b="1" dirty="0" smtClean="0"/>
              <a:t>2025.05.21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93080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QV,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1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622478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QV, 25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분기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25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분기 로컬 캔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DB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  <a:endParaRPr lang="ko-KR" altLang="en-US" sz="2200" dirty="0" smtClean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013821"/>
              </p:ext>
            </p:extLst>
          </p:nvPr>
        </p:nvGraphicFramePr>
        <p:xfrm>
          <a:off x="1259632" y="1772816"/>
          <a:ext cx="6624736" cy="4138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913018689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572461844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51133736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545549491"/>
                    </a:ext>
                  </a:extLst>
                </a:gridCol>
              </a:tblGrid>
              <a:tr h="613533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비교 결과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477268"/>
                  </a:ext>
                </a:extLst>
              </a:tr>
              <a:tr h="394579">
                <a:tc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QV</a:t>
                      </a:r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25</a:t>
                      </a:r>
                      <a:r>
                        <a:rPr lang="ko-KR" altLang="en-US" dirty="0" smtClean="0"/>
                        <a:t>년 </a:t>
                      </a:r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분기</a:t>
                      </a:r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25</a:t>
                      </a:r>
                      <a:r>
                        <a:rPr lang="ko-KR" altLang="en-US" dirty="0" smtClean="0"/>
                        <a:t>년 </a:t>
                      </a:r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분기</a:t>
                      </a:r>
                      <a:endParaRPr lang="en-US" altLang="ko-K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19862"/>
                  </a:ext>
                </a:extLst>
              </a:tr>
              <a:tr h="626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0x111</a:t>
                      </a:r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/>
                        <a:t>L_ATCU_xEV_BMSRomTyp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있음</a:t>
                      </a:r>
                      <a:endParaRPr lang="en-US" altLang="ko-KR" sz="1400" dirty="0" smtClean="0"/>
                    </a:p>
                    <a:p>
                      <a:pPr algn="ctr" latinLnBrk="1"/>
                      <a:r>
                        <a:rPr lang="en-US" altLang="ko-KR" sz="1400" dirty="0" err="1" smtClean="0"/>
                        <a:t>L_ATCU_OutTempSnsrVal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있음</a:t>
                      </a:r>
                      <a:endParaRPr lang="en-US" altLang="ko-KR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둘 다 없음</a:t>
                      </a:r>
                      <a:endParaRPr lang="en-US" altLang="ko-KR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둘 다 없음</a:t>
                      </a:r>
                      <a:endParaRPr lang="en-US" altLang="ko-KR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382461"/>
                  </a:ext>
                </a:extLst>
              </a:tr>
              <a:tr h="626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0x140</a:t>
                      </a:r>
                      <a:endParaRPr lang="en-US" altLang="ko-KR" dirty="0" smtClean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똑같음</a:t>
                      </a:r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262770"/>
                  </a:ext>
                </a:extLst>
              </a:tr>
              <a:tr h="626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0x141</a:t>
                      </a:r>
                      <a:endParaRPr lang="en-US" altLang="ko-KR" dirty="0" smtClean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똑같음</a:t>
                      </a:r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721681"/>
                  </a:ext>
                </a:extLst>
              </a:tr>
              <a:tr h="626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0x142</a:t>
                      </a:r>
                      <a:endParaRPr lang="en-US" altLang="ko-KR" dirty="0" smtClean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똑같음</a:t>
                      </a:r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668474"/>
                  </a:ext>
                </a:extLst>
              </a:tr>
              <a:tr h="626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0x143</a:t>
                      </a:r>
                      <a:endParaRPr lang="en-US" altLang="ko-KR" dirty="0" smtClean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똑같음</a:t>
                      </a:r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019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400458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QV,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1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0x111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567"/>
            <a:ext cx="9144000" cy="547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1551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QV,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1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0x140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4471"/>
            <a:ext cx="9144000" cy="555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3079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QV,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1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0x141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13161"/>
            <a:ext cx="9144000" cy="530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025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QV,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1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0x142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568"/>
            <a:ext cx="9144000" cy="547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3751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QV,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1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0x143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79567"/>
            <a:ext cx="9144000" cy="547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2932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40513</TotalTime>
  <Words>173</Words>
  <Application>Microsoft Office PowerPoint</Application>
  <PresentationFormat>화면 슬라이드 쇼(4:3)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HY헤드라인M</vt:lpstr>
      <vt:lpstr>굴림</vt:lpstr>
      <vt:lpstr>돋움</vt:lpstr>
      <vt:lpstr>맑은 고딕</vt:lpstr>
      <vt:lpstr>Arial</vt:lpstr>
      <vt:lpstr>Lucida Sans Unicode</vt:lpstr>
      <vt:lpstr>Verdana</vt:lpstr>
      <vt:lpstr>Wingdings</vt:lpstr>
      <vt:lpstr>제안서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3829</cp:revision>
  <cp:lastPrinted>2023-07-17T01:24:22Z</cp:lastPrinted>
  <dcterms:created xsi:type="dcterms:W3CDTF">2019-10-24T04:42:23Z</dcterms:created>
  <dcterms:modified xsi:type="dcterms:W3CDTF">2025-05-21T05:26:03Z</dcterms:modified>
</cp:coreProperties>
</file>