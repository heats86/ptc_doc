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9"/>
  </p:notesMasterIdLst>
  <p:handoutMasterIdLst>
    <p:handoutMasterId r:id="rId10"/>
  </p:handoutMasterIdLst>
  <p:sldIdLst>
    <p:sldId id="533" r:id="rId2"/>
    <p:sldId id="532" r:id="rId3"/>
    <p:sldId id="534" r:id="rId4"/>
    <p:sldId id="535" r:id="rId5"/>
    <p:sldId id="536" r:id="rId6"/>
    <p:sldId id="537" r:id="rId7"/>
    <p:sldId id="538" r:id="rId8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2069">
          <p15:clr>
            <a:srgbClr val="A4A3A4"/>
          </p15:clr>
        </p15:guide>
        <p15:guide id="3" orient="horz" pos="2976">
          <p15:clr>
            <a:srgbClr val="A4A3A4"/>
          </p15:clr>
        </p15:guide>
        <p15:guide id="4" pos="975">
          <p15:clr>
            <a:srgbClr val="A4A3A4"/>
          </p15:clr>
        </p15:guide>
        <p15:guide id="6" pos="4150">
          <p15:clr>
            <a:srgbClr val="A4A3A4"/>
          </p15:clr>
        </p15:guide>
        <p15:guide id="7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3300"/>
    <a:srgbClr val="FF9999"/>
    <a:srgbClr val="FF7C80"/>
    <a:srgbClr val="FFFF66"/>
    <a:srgbClr val="FF99FF"/>
    <a:srgbClr val="0000FF"/>
    <a:srgbClr val="99CCFF"/>
    <a:srgbClr val="FF00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560" autoAdjust="0"/>
  </p:normalViewPr>
  <p:slideViewPr>
    <p:cSldViewPr snapToObjects="1">
      <p:cViewPr varScale="1">
        <p:scale>
          <a:sx n="164" d="100"/>
          <a:sy n="164" d="100"/>
        </p:scale>
        <p:origin x="4266" y="120"/>
      </p:cViewPr>
      <p:guideLst>
        <p:guide orient="horz" pos="1071"/>
        <p:guide orient="horz" pos="2069"/>
        <p:guide orient="horz" pos="2976"/>
        <p:guide pos="975"/>
        <p:guide pos="415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0F9C7889-A84F-49D1-BD5A-0C9403740ED6}" type="datetimeFigureOut">
              <a:rPr lang="ko-KR" altLang="en-US" smtClean="0"/>
              <a:pPr/>
              <a:t>2025-03-26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7FACC8F6-5469-4F2F-A461-25A096C9479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288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95102FC6-FE94-47A7-84EE-A54FBD2777CB}" type="datetimeFigureOut">
              <a:rPr lang="ko-KR" altLang="en-US" smtClean="0"/>
              <a:pPr/>
              <a:t>2025-03-26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1425"/>
            <a:ext cx="4470400" cy="3354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86" tIns="45743" rIns="91486" bIns="45743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86" tIns="45743" rIns="91486" bIns="45743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17C94E65-097A-4CA0-B953-83BB7887CD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141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23528" y="6604084"/>
            <a:ext cx="67687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3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5736" y="2484185"/>
            <a:ext cx="7128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 smtClean="0">
                <a:latin typeface="+mj-lt"/>
              </a:rPr>
              <a:t>로컬캔</a:t>
            </a:r>
            <a:r>
              <a:rPr lang="ko-KR" altLang="en-US" sz="3200" b="1" dirty="0" smtClean="0">
                <a:latin typeface="+mj-lt"/>
              </a:rPr>
              <a:t> </a:t>
            </a:r>
            <a:r>
              <a:rPr lang="en-US" altLang="ko-KR" sz="3200" b="1" dirty="0" smtClean="0">
                <a:latin typeface="+mj-lt"/>
              </a:rPr>
              <a:t>24</a:t>
            </a:r>
            <a:r>
              <a:rPr lang="ko-KR" altLang="en-US" sz="3200" b="1" dirty="0" smtClean="0">
                <a:latin typeface="+mj-lt"/>
              </a:rPr>
              <a:t>년 </a:t>
            </a:r>
            <a:r>
              <a:rPr lang="en-US" altLang="ko-KR" sz="3200" b="1" dirty="0" smtClean="0">
                <a:latin typeface="+mj-lt"/>
              </a:rPr>
              <a:t>4</a:t>
            </a:r>
            <a:r>
              <a:rPr lang="ko-KR" altLang="en-US" sz="3200" b="1" dirty="0" smtClean="0">
                <a:latin typeface="+mj-lt"/>
              </a:rPr>
              <a:t>분기</a:t>
            </a:r>
            <a:r>
              <a:rPr lang="en-US" altLang="ko-KR" sz="3200" b="1" dirty="0" smtClean="0">
                <a:latin typeface="+mj-lt"/>
              </a:rPr>
              <a:t>, 25</a:t>
            </a:r>
            <a:r>
              <a:rPr lang="ko-KR" altLang="en-US" sz="3200" b="1" dirty="0" smtClean="0">
                <a:latin typeface="+mj-lt"/>
              </a:rPr>
              <a:t>년 </a:t>
            </a:r>
            <a:r>
              <a:rPr lang="en-US" altLang="ko-KR" sz="3200" b="1" dirty="0" smtClean="0">
                <a:latin typeface="+mj-lt"/>
              </a:rPr>
              <a:t>1</a:t>
            </a:r>
            <a:r>
              <a:rPr lang="ko-KR" altLang="en-US" sz="3200" b="1" dirty="0" smtClean="0">
                <a:latin typeface="+mj-lt"/>
              </a:rPr>
              <a:t>분기 비교</a:t>
            </a:r>
            <a:endParaRPr lang="ko-KR" altLang="en-US" sz="3200" b="1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76665" y="4869160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 smtClean="0"/>
              <a:t>임제훈</a:t>
            </a:r>
            <a:endParaRPr lang="en-US" altLang="ko-KR" b="1" dirty="0" smtClean="0"/>
          </a:p>
          <a:p>
            <a:pPr algn="ctr"/>
            <a:r>
              <a:rPr lang="en-US" altLang="ko-KR" b="1" dirty="0" smtClean="0"/>
              <a:t>2025.03.26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9308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24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4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572945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24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분기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25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분기 로컬 캔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DB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880055"/>
              </p:ext>
            </p:extLst>
          </p:nvPr>
        </p:nvGraphicFramePr>
        <p:xfrm>
          <a:off x="1259632" y="1772816"/>
          <a:ext cx="6624736" cy="374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4736">
                  <a:extLst>
                    <a:ext uri="{9D8B030D-6E8A-4147-A177-3AD203B41FA5}">
                      <a16:colId xmlns:a16="http://schemas.microsoft.com/office/drawing/2014/main" val="3913018689"/>
                    </a:ext>
                  </a:extLst>
                </a:gridCol>
              </a:tblGrid>
              <a:tr h="6135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비교 결과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477268"/>
                  </a:ext>
                </a:extLst>
              </a:tr>
              <a:tr h="31308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24</a:t>
                      </a:r>
                      <a:r>
                        <a:rPr lang="ko-KR" altLang="en-US" dirty="0" smtClean="0"/>
                        <a:t>년 </a:t>
                      </a:r>
                      <a:r>
                        <a:rPr lang="en-US" altLang="ko-KR" dirty="0" smtClean="0"/>
                        <a:t>4</a:t>
                      </a:r>
                      <a:r>
                        <a:rPr lang="ko-KR" altLang="en-US" dirty="0" smtClean="0"/>
                        <a:t>분기</a:t>
                      </a:r>
                      <a:r>
                        <a:rPr lang="en-US" altLang="ko-KR" dirty="0" smtClean="0"/>
                        <a:t>, 25</a:t>
                      </a:r>
                      <a:r>
                        <a:rPr lang="ko-KR" altLang="en-US" dirty="0" smtClean="0"/>
                        <a:t>년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분기 로컬 캔 </a:t>
                      </a:r>
                      <a:r>
                        <a:rPr lang="en-US" altLang="ko-KR" dirty="0" smtClean="0"/>
                        <a:t>DB</a:t>
                      </a:r>
                      <a:r>
                        <a:rPr lang="ko-KR" altLang="en-US" dirty="0" smtClean="0"/>
                        <a:t>의</a:t>
                      </a:r>
                      <a:endParaRPr lang="en-US" altLang="ko-KR" dirty="0" smtClean="0"/>
                    </a:p>
                    <a:p>
                      <a:pPr algn="ctr" latinLnBrk="1"/>
                      <a:r>
                        <a:rPr lang="en-US" altLang="ko-KR" dirty="0" smtClean="0"/>
                        <a:t>0x111, 0x140 ~ 0x143</a:t>
                      </a:r>
                    </a:p>
                    <a:p>
                      <a:pPr algn="ctr" latinLnBrk="1"/>
                      <a:r>
                        <a:rPr lang="en-US" altLang="ko-KR" dirty="0" smtClean="0"/>
                        <a:t>Signal </a:t>
                      </a:r>
                      <a:r>
                        <a:rPr lang="ko-KR" altLang="en-US" dirty="0" smtClean="0"/>
                        <a:t>전부 동일하다</a:t>
                      </a:r>
                      <a:r>
                        <a:rPr lang="en-US" altLang="ko-KR" dirty="0" smtClean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19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00458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24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4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0x111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2" y="994308"/>
            <a:ext cx="9004316" cy="538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155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24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4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0x140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3" y="1117436"/>
            <a:ext cx="9036496" cy="533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3079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24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4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0x141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6" y="1099246"/>
            <a:ext cx="8964488" cy="542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02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24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4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0x142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64" y="1117436"/>
            <a:ext cx="8964488" cy="540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3751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24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4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, 25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년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분기 로컬 캔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DB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비교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0217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0x143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6" y="1117436"/>
            <a:ext cx="8964488" cy="540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2932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40450</TotalTime>
  <Words>150</Words>
  <Application>Microsoft Office PowerPoint</Application>
  <PresentationFormat>화면 슬라이드 쇼(4:3)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HY헤드라인M</vt:lpstr>
      <vt:lpstr>굴림</vt:lpstr>
      <vt:lpstr>돋움</vt:lpstr>
      <vt:lpstr>맑은 고딕</vt:lpstr>
      <vt:lpstr>Arial</vt:lpstr>
      <vt:lpstr>Lucida Sans Unicode</vt:lpstr>
      <vt:lpstr>Verdana</vt:lpstr>
      <vt:lpstr>Wingdings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3818</cp:revision>
  <cp:lastPrinted>2023-07-17T01:24:22Z</cp:lastPrinted>
  <dcterms:created xsi:type="dcterms:W3CDTF">2019-10-24T04:42:23Z</dcterms:created>
  <dcterms:modified xsi:type="dcterms:W3CDTF">2025-03-26T02:21:55Z</dcterms:modified>
</cp:coreProperties>
</file>