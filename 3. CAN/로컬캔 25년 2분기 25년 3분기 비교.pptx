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533" r:id="rId2"/>
    <p:sldId id="532" r:id="rId3"/>
    <p:sldId id="534" r:id="rId4"/>
    <p:sldId id="535" r:id="rId5"/>
    <p:sldId id="536" r:id="rId6"/>
    <p:sldId id="537" r:id="rId7"/>
    <p:sldId id="538" r:id="rId8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00"/>
    <a:srgbClr val="FF9999"/>
    <a:srgbClr val="FF7C80"/>
    <a:srgbClr val="FFFF66"/>
    <a:srgbClr val="FF99FF"/>
    <a:srgbClr val="0000FF"/>
    <a:srgbClr val="99CCFF"/>
    <a:srgbClr val="FF00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560" autoAdjust="0"/>
  </p:normalViewPr>
  <p:slideViewPr>
    <p:cSldViewPr snapToObjects="1">
      <p:cViewPr varScale="1">
        <p:scale>
          <a:sx n="114" d="100"/>
          <a:sy n="114" d="100"/>
        </p:scale>
        <p:origin x="1692" y="102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2564904"/>
            <a:ext cx="712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latin typeface="+mj-lt"/>
              </a:rPr>
              <a:t>QV, 25</a:t>
            </a:r>
            <a:r>
              <a:rPr lang="ko-KR" altLang="en-US" sz="2800" b="1" dirty="0" smtClean="0">
                <a:latin typeface="+mj-lt"/>
              </a:rPr>
              <a:t>년 </a:t>
            </a:r>
            <a:r>
              <a:rPr lang="en-US" altLang="ko-KR" sz="2800" b="1" dirty="0" smtClean="0">
                <a:latin typeface="+mj-lt"/>
              </a:rPr>
              <a:t>2</a:t>
            </a:r>
            <a:r>
              <a:rPr lang="ko-KR" altLang="en-US" sz="2800" b="1" dirty="0" smtClean="0">
                <a:latin typeface="+mj-lt"/>
              </a:rPr>
              <a:t>분기</a:t>
            </a:r>
            <a:r>
              <a:rPr lang="en-US" altLang="ko-KR" sz="2800" b="1" dirty="0" smtClean="0">
                <a:latin typeface="+mj-lt"/>
              </a:rPr>
              <a:t>, 25</a:t>
            </a:r>
            <a:r>
              <a:rPr lang="ko-KR" altLang="en-US" sz="2800" b="1" dirty="0" smtClean="0">
                <a:latin typeface="+mj-lt"/>
              </a:rPr>
              <a:t>년 </a:t>
            </a:r>
            <a:r>
              <a:rPr lang="en-US" altLang="ko-KR" sz="2800" b="1" dirty="0" smtClean="0">
                <a:latin typeface="+mj-lt"/>
              </a:rPr>
              <a:t>3</a:t>
            </a:r>
            <a:r>
              <a:rPr lang="ko-KR" altLang="en-US" sz="2800" b="1" dirty="0" smtClean="0">
                <a:latin typeface="+mj-lt"/>
              </a:rPr>
              <a:t>분기</a:t>
            </a:r>
            <a:r>
              <a:rPr lang="en-US" altLang="ko-KR" sz="2800" b="1" dirty="0" smtClean="0">
                <a:latin typeface="+mj-lt"/>
              </a:rPr>
              <a:t> </a:t>
            </a:r>
            <a:r>
              <a:rPr lang="ko-KR" altLang="en-US" sz="2800" b="1" dirty="0" smtClean="0">
                <a:latin typeface="+mj-lt"/>
              </a:rPr>
              <a:t>로컬 캔 비교</a:t>
            </a:r>
            <a:endParaRPr lang="ko-KR" altLang="en-US" sz="3200" b="1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665" y="486916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/>
              <a:t>임제훈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2025.08.25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930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622478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QV, 25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25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캔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16375"/>
              </p:ext>
            </p:extLst>
          </p:nvPr>
        </p:nvGraphicFramePr>
        <p:xfrm>
          <a:off x="395536" y="1772816"/>
          <a:ext cx="8352928" cy="413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037">
                  <a:extLst>
                    <a:ext uri="{9D8B030D-6E8A-4147-A177-3AD203B41FA5}">
                      <a16:colId xmlns:a16="http://schemas.microsoft.com/office/drawing/2014/main" val="3913018689"/>
                    </a:ext>
                  </a:extLst>
                </a:gridCol>
                <a:gridCol w="2808949">
                  <a:extLst>
                    <a:ext uri="{9D8B030D-6E8A-4147-A177-3AD203B41FA5}">
                      <a16:colId xmlns:a16="http://schemas.microsoft.com/office/drawing/2014/main" val="572461844"/>
                    </a:ext>
                  </a:extLst>
                </a:gridCol>
                <a:gridCol w="1552314">
                  <a:extLst>
                    <a:ext uri="{9D8B030D-6E8A-4147-A177-3AD203B41FA5}">
                      <a16:colId xmlns:a16="http://schemas.microsoft.com/office/drawing/2014/main" val="1511337366"/>
                    </a:ext>
                  </a:extLst>
                </a:gridCol>
                <a:gridCol w="1552314">
                  <a:extLst>
                    <a:ext uri="{9D8B030D-6E8A-4147-A177-3AD203B41FA5}">
                      <a16:colId xmlns:a16="http://schemas.microsoft.com/office/drawing/2014/main" val="3545549491"/>
                    </a:ext>
                  </a:extLst>
                </a:gridCol>
                <a:gridCol w="1552314">
                  <a:extLst>
                    <a:ext uri="{9D8B030D-6E8A-4147-A177-3AD203B41FA5}">
                      <a16:colId xmlns:a16="http://schemas.microsoft.com/office/drawing/2014/main" val="747471109"/>
                    </a:ext>
                  </a:extLst>
                </a:gridCol>
              </a:tblGrid>
              <a:tr h="61353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비교 결과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477268"/>
                  </a:ext>
                </a:extLst>
              </a:tr>
              <a:tr h="394579">
                <a:tc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QV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분기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25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분기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비고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9862"/>
                  </a:ext>
                </a:extLst>
              </a:tr>
              <a:tr h="626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L_ATCU_xEV_BMSRomTyp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있음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err="1" smtClean="0"/>
                        <a:t>L_ATCU_OutTempSnsrVal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있음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둘 다 없음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둘 다 없음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똑같다고 보면 됨</a:t>
                      </a:r>
                      <a:endParaRPr lang="en-US" altLang="ko-KR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382461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0x140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262770"/>
                  </a:ext>
                </a:extLst>
              </a:tr>
              <a:tr h="626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0x141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721681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0x142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668474"/>
                  </a:ext>
                </a:extLst>
              </a:tr>
              <a:tr h="626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0x143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똑같음</a:t>
                      </a:r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-</a:t>
                      </a:r>
                      <a:endParaRPr lang="en-US" altLang="ko-K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01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0045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0x111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436"/>
            <a:ext cx="9144000" cy="540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55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0x140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437"/>
            <a:ext cx="9144000" cy="526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307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436"/>
            <a:ext cx="9144000" cy="53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02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0x142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436"/>
            <a:ext cx="9144000" cy="540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75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QV,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3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0x143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568"/>
            <a:ext cx="9144000" cy="554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293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40517</TotalTime>
  <Words>181</Words>
  <Application>Microsoft Office PowerPoint</Application>
  <PresentationFormat>화면 슬라이드 쇼(4:3)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HY헤드라인M</vt:lpstr>
      <vt:lpstr>굴림</vt:lpstr>
      <vt:lpstr>돋움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3831</cp:revision>
  <cp:lastPrinted>2023-07-17T01:24:22Z</cp:lastPrinted>
  <dcterms:created xsi:type="dcterms:W3CDTF">2019-10-24T04:42:23Z</dcterms:created>
  <dcterms:modified xsi:type="dcterms:W3CDTF">2025-08-25T07:08:55Z</dcterms:modified>
</cp:coreProperties>
</file>