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4"/>
  </p:sldMasterIdLst>
  <p:notesMasterIdLst>
    <p:notesMasterId r:id="rId6"/>
  </p:notesMasterIdLst>
  <p:handoutMasterIdLst>
    <p:handoutMasterId r:id="rId7"/>
  </p:handoutMasterIdLst>
  <p:sldIdLst>
    <p:sldId id="562" r:id="rId5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251" userDrawn="1">
          <p15:clr>
            <a:srgbClr val="A4A3A4"/>
          </p15:clr>
        </p15:guide>
        <p15:guide id="3" orient="horz" pos="3906" userDrawn="1">
          <p15:clr>
            <a:srgbClr val="A4A3A4"/>
          </p15:clr>
        </p15:guide>
        <p15:guide id="4" pos="204" userDrawn="1">
          <p15:clr>
            <a:srgbClr val="A4A3A4"/>
          </p15:clr>
        </p15:guide>
        <p15:guide id="6" pos="4150">
          <p15:clr>
            <a:srgbClr val="A4A3A4"/>
          </p15:clr>
        </p15:guide>
        <p15:guide id="7" pos="3084" userDrawn="1">
          <p15:clr>
            <a:srgbClr val="A4A3A4"/>
          </p15:clr>
        </p15:guide>
        <p15:guide id="8" orient="horz" pos="414" userDrawn="1">
          <p15:clr>
            <a:srgbClr val="A4A3A4"/>
          </p15:clr>
        </p15:guide>
        <p15:guide id="9" orient="horz" pos="4065" userDrawn="1">
          <p15:clr>
            <a:srgbClr val="A4A3A4"/>
          </p15:clr>
        </p15:guide>
        <p15:guide id="10" pos="113">
          <p15:clr>
            <a:srgbClr val="A4A3A4"/>
          </p15:clr>
        </p15:guide>
        <p15:guide id="11" pos="56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A50021"/>
    <a:srgbClr val="0000FF"/>
    <a:srgbClr val="B6C7E7"/>
    <a:srgbClr val="FF0000"/>
    <a:srgbClr val="99CCFF"/>
    <a:srgbClr val="FF3300"/>
    <a:srgbClr val="FF99FF"/>
    <a:srgbClr val="FF33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14" y="330"/>
      </p:cViewPr>
      <p:guideLst>
        <p:guide orient="horz" pos="1071"/>
        <p:guide orient="horz" pos="2251"/>
        <p:guide orient="horz" pos="3906"/>
        <p:guide pos="204"/>
        <p:guide pos="4150"/>
        <p:guide pos="3084"/>
        <p:guide orient="horz" pos="414"/>
        <p:guide orient="horz" pos="4065"/>
        <p:guide pos="113"/>
        <p:guide pos="56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36" Type="http://schemas.microsoft.com/office/2016/11/relationships/changesInfo" Target="changesInfos/changesInfo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문환(Moon)" userId="b0d7208a-cbcf-45fd-a1e7-695afa8aff81" providerId="ADAL" clId="{BEA47669-AE27-4CD2-9863-8B4CD46DC5D7}"/>
    <pc:docChg chg="modSld">
      <pc:chgData name="오문환(Moon)" userId="b0d7208a-cbcf-45fd-a1e7-695afa8aff81" providerId="ADAL" clId="{BEA47669-AE27-4CD2-9863-8B4CD46DC5D7}" dt="2025-10-13T22:42:33.198" v="5" actId="20577"/>
      <pc:docMkLst>
        <pc:docMk/>
      </pc:docMkLst>
      <pc:sldChg chg="modSp mod">
        <pc:chgData name="오문환(Moon)" userId="b0d7208a-cbcf-45fd-a1e7-695afa8aff81" providerId="ADAL" clId="{BEA47669-AE27-4CD2-9863-8B4CD46DC5D7}" dt="2025-10-13T22:42:33.198" v="5" actId="20577"/>
        <pc:sldMkLst>
          <pc:docMk/>
          <pc:sldMk cId="3409158601" sldId="687"/>
        </pc:sldMkLst>
        <pc:graphicFrameChg chg="modGraphic">
          <ac:chgData name="오문환(Moon)" userId="b0d7208a-cbcf-45fd-a1e7-695afa8aff81" providerId="ADAL" clId="{BEA47669-AE27-4CD2-9863-8B4CD46DC5D7}" dt="2025-10-13T22:42:33.198" v="5" actId="20577"/>
          <ac:graphicFrameMkLst>
            <pc:docMk/>
            <pc:sldMk cId="3409158601" sldId="687"/>
            <ac:graphicFrameMk id="17" creationId="{70C87875-89DE-BE0E-4027-26C352CB2E3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76" tIns="45738" rIns="91476" bIns="457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7" cy="498693"/>
          </a:xfrm>
          <a:prstGeom prst="rect">
            <a:avLst/>
          </a:prstGeom>
        </p:spPr>
        <p:txBody>
          <a:bodyPr vert="horz" lIns="91476" tIns="45738" rIns="91476" bIns="45738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76" tIns="45738" rIns="91476" bIns="457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76" tIns="45738" rIns="91476" bIns="45738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76" tIns="45738" rIns="91476" bIns="457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7" cy="498693"/>
          </a:xfrm>
          <a:prstGeom prst="rect">
            <a:avLst/>
          </a:prstGeom>
        </p:spPr>
        <p:txBody>
          <a:bodyPr vert="horz" lIns="91476" tIns="45738" rIns="91476" bIns="45738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6" tIns="45738" rIns="91476" bIns="457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8"/>
            <a:ext cx="5445760" cy="3913614"/>
          </a:xfrm>
          <a:prstGeom prst="rect">
            <a:avLst/>
          </a:prstGeom>
        </p:spPr>
        <p:txBody>
          <a:bodyPr vert="horz" lIns="91476" tIns="45738" rIns="91476" bIns="4573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76" tIns="45738" rIns="91476" bIns="457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76" tIns="45738" rIns="91476" bIns="45738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C995-D74F-1166-9130-2CBD45D0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A1992B-3F58-2FF3-8B8E-741199049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53057E-AC9B-E2F3-ED38-853360F93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386195-4E07-9175-532B-BFF72D7AEB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FAD20-9D83-33E3-7F40-B13C96383C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69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69371CB6-37F4-4D58-A0BE-F3DE0E4622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5" y="2641263"/>
            <a:ext cx="18732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791AF83-2B56-954B-8370-8F8256554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9331"/>
            <a:ext cx="9144000" cy="548680"/>
          </a:xfrm>
          <a:prstGeom prst="rect">
            <a:avLst/>
          </a:prstGeom>
        </p:spPr>
        <p:txBody>
          <a:bodyPr lIns="640080" tIns="0" anchor="ctr" anchorCtr="0"/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65511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4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525137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525138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4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CCC4-109C-558D-E459-BFB90D2C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1F13B65-75F5-74C9-D408-DD5812350E70}"/>
              </a:ext>
            </a:extLst>
          </p:cNvPr>
          <p:cNvSpPr txBox="1"/>
          <p:nvPr/>
        </p:nvSpPr>
        <p:spPr>
          <a:xfrm>
            <a:off x="88542" y="49552"/>
            <a:ext cx="2709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■ </a:t>
            </a:r>
            <a:r>
              <a:rPr lang="en-US" altLang="ko-KR" sz="2000" b="1" dirty="0" smtClean="0"/>
              <a:t>‘25</a:t>
            </a:r>
            <a:r>
              <a:rPr lang="ko-KR" altLang="en-US" sz="2000" b="1" dirty="0" smtClean="0"/>
              <a:t>년 평가 및 반성</a:t>
            </a:r>
            <a:endParaRPr lang="ko-KR" altLang="en-US" sz="2000" b="1" dirty="0"/>
          </a:p>
        </p:txBody>
      </p:sp>
      <p:sp>
        <p:nvSpPr>
          <p:cNvPr id="18" name="모서리가 둥근 직사각형 8">
            <a:extLst>
              <a:ext uri="{FF2B5EF4-FFF2-40B4-BE49-F238E27FC236}">
                <a16:creationId xmlns:a16="http://schemas.microsoft.com/office/drawing/2014/main" id="{111597BD-9835-9E38-9DCA-54BD23D52163}"/>
              </a:ext>
            </a:extLst>
          </p:cNvPr>
          <p:cNvSpPr/>
          <p:nvPr/>
        </p:nvSpPr>
        <p:spPr>
          <a:xfrm>
            <a:off x="341283" y="1397210"/>
            <a:ext cx="4128044" cy="22603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kern="0">
              <a:solidFill>
                <a:prstClr val="white"/>
              </a:solidFill>
              <a:latin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DFE8A-5847-5CCB-7B82-6E645409C856}"/>
              </a:ext>
            </a:extLst>
          </p:cNvPr>
          <p:cNvSpPr txBox="1"/>
          <p:nvPr/>
        </p:nvSpPr>
        <p:spPr bwMode="auto">
          <a:xfrm>
            <a:off x="463385" y="1791808"/>
            <a:ext cx="4005942" cy="16414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0" h="0"/>
            <a:bevelB w="0" h="0"/>
          </a:sp3d>
        </p:spPr>
        <p:txBody>
          <a:bodyPr wrap="square" lIns="0" tIns="0" rIns="0" bIns="0">
            <a:spAutoFit/>
            <a:sp3d>
              <a:bevelT w="0" h="0"/>
            </a:sp3d>
          </a:bodyPr>
          <a:lstStyle/>
          <a:p>
            <a:pPr marL="273050" indent="-273050" defTabSz="1330325" fontAlgn="auto" latinLnBrk="1">
              <a:spcBef>
                <a:spcPts val="0"/>
              </a:spcBef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Air PTC Heater SPQA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평가 등급 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: B (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현대차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)</a:t>
            </a:r>
            <a:endParaRPr lang="en-US" altLang="ko-KR" sz="1600" b="1" spc="-150" dirty="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Air PTC </a:t>
            </a:r>
            <a:r>
              <a:rPr lang="en-US" altLang="ko-KR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Heater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개발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/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양산 </a:t>
            </a:r>
            <a:r>
              <a:rPr lang="en-US" altLang="ko-KR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품질 이슈 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: 0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건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기능 검증 체크리스트 강건화</a:t>
            </a:r>
            <a:endParaRPr lang="en-US" altLang="ko-KR" sz="1600" b="1" spc="-15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프로젝트 일정 준수</a:t>
            </a:r>
            <a:endParaRPr lang="en-US" altLang="ko-KR" sz="1600" b="1" spc="-15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코드 품질 및 안정성 향상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8F38CEC-C661-49B4-B856-F9E56A971931}"/>
              </a:ext>
            </a:extLst>
          </p:cNvPr>
          <p:cNvSpPr/>
          <p:nvPr/>
        </p:nvSpPr>
        <p:spPr>
          <a:xfrm>
            <a:off x="250825" y="675215"/>
            <a:ext cx="87503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defTabSz="1330325" fontAlgn="auto">
              <a:spcBef>
                <a:spcPts val="0"/>
              </a:spcBef>
              <a:spcAft>
                <a:spcPts val="600"/>
              </a:spcAft>
              <a:buSzPct val="100000"/>
              <a:defRPr/>
            </a:pPr>
            <a:r>
              <a:rPr lang="ko-KR" altLang="en-US" b="1" kern="0" spc="-150" smtClean="0">
                <a:latin typeface="+mn-ea"/>
                <a:cs typeface="Arial" panose="020B0604020202020204" pitchFamily="34" charset="0"/>
              </a:rPr>
              <a:t>종합평가</a:t>
            </a:r>
            <a:r>
              <a:rPr lang="en-US" altLang="ko-KR" b="1" kern="0" spc="-150" smtClean="0"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b="1" kern="0" spc="-150" smtClean="0">
                <a:latin typeface="+mn-ea"/>
                <a:cs typeface="Arial" panose="020B0604020202020204" pitchFamily="34" charset="0"/>
              </a:rPr>
              <a:t>안정된 </a:t>
            </a:r>
            <a:r>
              <a:rPr lang="en-US" altLang="ko-KR" b="1" kern="0" spc="-150" smtClean="0">
                <a:latin typeface="+mn-ea"/>
                <a:cs typeface="Arial" panose="020B0604020202020204" pitchFamily="34" charset="0"/>
              </a:rPr>
              <a:t>S/W</a:t>
            </a:r>
            <a:r>
              <a:rPr lang="ko-KR" altLang="en-US" b="1" kern="0" spc="-150" smtClean="0">
                <a:latin typeface="+mn-ea"/>
                <a:cs typeface="Arial" panose="020B0604020202020204" pitchFamily="34" charset="0"/>
              </a:rPr>
              <a:t> 품질 확보 및 </a:t>
            </a:r>
            <a:r>
              <a:rPr lang="en-US" altLang="ko-KR" b="1" kern="0" spc="-150" smtClean="0">
                <a:latin typeface="+mn-ea"/>
                <a:cs typeface="Arial" panose="020B0604020202020204" pitchFamily="34" charset="0"/>
              </a:rPr>
              <a:t>SPQA </a:t>
            </a:r>
            <a:r>
              <a:rPr lang="ko-KR" altLang="en-US" b="1" kern="0" spc="-150" smtClean="0">
                <a:latin typeface="+mn-ea"/>
                <a:cs typeface="Arial" panose="020B0604020202020204" pitchFamily="34" charset="0"/>
              </a:rPr>
              <a:t>진행으로 팀 </a:t>
            </a:r>
            <a:r>
              <a:rPr lang="en-US" altLang="ko-KR" b="1" kern="0" spc="-150" smtClean="0">
                <a:latin typeface="+mn-ea"/>
                <a:cs typeface="Arial" panose="020B0604020202020204" pitchFamily="34" charset="0"/>
              </a:rPr>
              <a:t>S/W </a:t>
            </a:r>
            <a:r>
              <a:rPr lang="ko-KR" altLang="en-US" b="1" kern="0" spc="-150" smtClean="0">
                <a:latin typeface="+mn-ea"/>
                <a:cs typeface="Arial" panose="020B0604020202020204" pitchFamily="34" charset="0"/>
              </a:rPr>
              <a:t>스킬 강건화 완료</a:t>
            </a:r>
            <a:r>
              <a:rPr lang="en-US" altLang="ko-KR" b="1" kern="0" spc="-150" smtClean="0">
                <a:latin typeface="+mn-ea"/>
                <a:cs typeface="Arial" panose="020B0604020202020204" pitchFamily="34" charset="0"/>
              </a:rPr>
              <a:t>)</a:t>
            </a:r>
            <a:endParaRPr kumimoji="0" lang="ko-KR" altLang="en-US" sz="1600" b="1" kern="0" spc="-15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74738" y="1209964"/>
            <a:ext cx="1296913" cy="452581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i="1" u="sng" dirty="0" smtClean="0">
                <a:solidFill>
                  <a:schemeClr val="tx1"/>
                </a:solidFill>
              </a:rPr>
              <a:t>잘한 점</a:t>
            </a:r>
            <a:endParaRPr lang="ko-KR" altLang="en-US" b="1" i="1" u="sng" dirty="0">
              <a:solidFill>
                <a:schemeClr val="tx1"/>
              </a:solidFill>
            </a:endParaRPr>
          </a:p>
        </p:txBody>
      </p:sp>
      <p:sp>
        <p:nvSpPr>
          <p:cNvPr id="26" name="모서리가 둥근 직사각형 8">
            <a:extLst>
              <a:ext uri="{FF2B5EF4-FFF2-40B4-BE49-F238E27FC236}">
                <a16:creationId xmlns:a16="http://schemas.microsoft.com/office/drawing/2014/main" id="{111597BD-9835-9E38-9DCA-54BD23D52163}"/>
              </a:ext>
            </a:extLst>
          </p:cNvPr>
          <p:cNvSpPr/>
          <p:nvPr/>
        </p:nvSpPr>
        <p:spPr>
          <a:xfrm>
            <a:off x="4873081" y="1397210"/>
            <a:ext cx="4128044" cy="22603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kern="0">
              <a:solidFill>
                <a:prstClr val="white"/>
              </a:solidFill>
              <a:latin typeface="+mn-ea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DFE8A-5847-5CCB-7B82-6E645409C856}"/>
              </a:ext>
            </a:extLst>
          </p:cNvPr>
          <p:cNvSpPr txBox="1"/>
          <p:nvPr/>
        </p:nvSpPr>
        <p:spPr bwMode="auto">
          <a:xfrm>
            <a:off x="4995183" y="1791807"/>
            <a:ext cx="4005942" cy="94384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0" h="0"/>
            <a:bevelB w="0" h="0"/>
          </a:sp3d>
        </p:spPr>
        <p:txBody>
          <a:bodyPr wrap="square" lIns="0" tIns="0" rIns="0" bIns="0">
            <a:spAutoFit/>
            <a:sp3d>
              <a:bevelT w="0" h="0"/>
            </a:sp3d>
          </a:bodyPr>
          <a:lstStyle/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팀원 기술 세미나 미진행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리뷰 미흡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모듈화 미흡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 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806536" y="1209964"/>
            <a:ext cx="1296913" cy="452581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i="1" u="sng" dirty="0">
                <a:solidFill>
                  <a:schemeClr val="bg1"/>
                </a:solidFill>
              </a:rPr>
              <a:t>못</a:t>
            </a:r>
            <a:r>
              <a:rPr lang="ko-KR" altLang="en-US" b="1" i="1" u="sng" smtClean="0">
                <a:solidFill>
                  <a:schemeClr val="bg1"/>
                </a:solidFill>
              </a:rPr>
              <a:t>한 </a:t>
            </a:r>
            <a:r>
              <a:rPr lang="ko-KR" altLang="en-US" b="1" i="1" u="sng" dirty="0" smtClean="0">
                <a:solidFill>
                  <a:schemeClr val="bg1"/>
                </a:solidFill>
              </a:rPr>
              <a:t>점</a:t>
            </a:r>
            <a:endParaRPr lang="ko-KR" altLang="en-US" b="1" i="1" u="sng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8">
            <a:extLst>
              <a:ext uri="{FF2B5EF4-FFF2-40B4-BE49-F238E27FC236}">
                <a16:creationId xmlns:a16="http://schemas.microsoft.com/office/drawing/2014/main" id="{111597BD-9835-9E38-9DCA-54BD23D52163}"/>
              </a:ext>
            </a:extLst>
          </p:cNvPr>
          <p:cNvSpPr/>
          <p:nvPr/>
        </p:nvSpPr>
        <p:spPr>
          <a:xfrm>
            <a:off x="341283" y="4105176"/>
            <a:ext cx="4128044" cy="22603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kern="0">
              <a:solidFill>
                <a:prstClr val="white"/>
              </a:solidFill>
              <a:latin typeface="+mn-ea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8DFE8A-5847-5CCB-7B82-6E645409C856}"/>
              </a:ext>
            </a:extLst>
          </p:cNvPr>
          <p:cNvSpPr txBox="1"/>
          <p:nvPr/>
        </p:nvSpPr>
        <p:spPr bwMode="auto">
          <a:xfrm>
            <a:off x="463385" y="4499774"/>
            <a:ext cx="4005942" cy="129266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0" h="0"/>
            <a:bevelB w="0" h="0"/>
          </a:sp3d>
        </p:spPr>
        <p:txBody>
          <a:bodyPr wrap="square" lIns="0" tIns="0" rIns="0" bIns="0">
            <a:spAutoFit/>
            <a:sp3d>
              <a:bevelT w="0" h="0"/>
            </a:sp3d>
          </a:bodyPr>
          <a:lstStyle/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기술 개발 강화</a:t>
            </a:r>
            <a:endParaRPr lang="en-US" altLang="ko-KR" sz="1600" b="1" spc="-15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팀원 기술 세미나 추진 </a:t>
            </a:r>
            <a:r>
              <a:rPr lang="en-US" altLang="ko-KR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(</a:t>
            </a:r>
            <a:r>
              <a:rPr lang="ko-KR" altLang="en-US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개인 역량 </a:t>
            </a:r>
            <a:r>
              <a:rPr lang="ko-KR" altLang="en-US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향상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)</a:t>
            </a:r>
            <a:endParaRPr lang="en-US" altLang="ko-KR" sz="1600" b="1" spc="-15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팀원 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개발 및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프로젝트 관리 수준 고도화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ASPICE(SPQA)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품질 고도화</a:t>
            </a:r>
            <a:endParaRPr lang="en-US" altLang="ko-KR" sz="1600" b="1" spc="-15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74738" y="3917930"/>
            <a:ext cx="1296913" cy="45258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i="1" u="sng" dirty="0" smtClean="0">
                <a:solidFill>
                  <a:schemeClr val="bg1"/>
                </a:solidFill>
              </a:rPr>
              <a:t>향후 목표</a:t>
            </a:r>
            <a:endParaRPr lang="ko-KR" altLang="en-US" b="1" i="1" u="sng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8">
            <a:extLst>
              <a:ext uri="{FF2B5EF4-FFF2-40B4-BE49-F238E27FC236}">
                <a16:creationId xmlns:a16="http://schemas.microsoft.com/office/drawing/2014/main" id="{111597BD-9835-9E38-9DCA-54BD23D52163}"/>
              </a:ext>
            </a:extLst>
          </p:cNvPr>
          <p:cNvSpPr/>
          <p:nvPr/>
        </p:nvSpPr>
        <p:spPr>
          <a:xfrm>
            <a:off x="4873081" y="4105176"/>
            <a:ext cx="4128044" cy="2260390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kern="0">
              <a:solidFill>
                <a:prstClr val="white"/>
              </a:solidFill>
              <a:latin typeface="+mn-ea"/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8DFE8A-5847-5CCB-7B82-6E645409C856}"/>
              </a:ext>
            </a:extLst>
          </p:cNvPr>
          <p:cNvSpPr txBox="1"/>
          <p:nvPr/>
        </p:nvSpPr>
        <p:spPr bwMode="auto">
          <a:xfrm>
            <a:off x="4995183" y="4499774"/>
            <a:ext cx="4005942" cy="129266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0" h="0"/>
            <a:bevelB w="0" h="0"/>
          </a:sp3d>
        </p:spPr>
        <p:txBody>
          <a:bodyPr wrap="square" lIns="0" tIns="0" rIns="0" bIns="0">
            <a:spAutoFit/>
            <a:sp3d>
              <a:bevelT w="0" h="0"/>
            </a:sp3d>
          </a:bodyPr>
          <a:lstStyle/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팀내 </a:t>
            </a: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리뷰 활성화</a:t>
            </a:r>
            <a:endParaRPr lang="en-US" altLang="ko-KR" sz="1600" b="1" spc="-150" smtClean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Air PTC Heater S/W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모듈화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모터 프로젝트 개발문서 표준화</a:t>
            </a:r>
            <a:endParaRPr lang="en-US" altLang="ko-KR" sz="1600" b="1" spc="-15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  <a:p>
            <a:pPr marL="273050" indent="-273050" defTabSz="1330325">
              <a:spcAft>
                <a:spcPts val="8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모터 </a:t>
            </a:r>
            <a:r>
              <a:rPr lang="ko-KR" altLang="en-US" sz="1600" b="1" spc="-15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프로젝트 </a:t>
            </a:r>
            <a:r>
              <a:rPr lang="ko-KR" altLang="en-US" sz="1600" b="1" spc="-15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1F497D">
                        <a:lumMod val="50000"/>
                      </a:srgbClr>
                    </a:gs>
                  </a:gsLst>
                  <a:lin ang="5400000" scaled="0"/>
                </a:gradFill>
                <a:latin typeface="+mn-ea"/>
              </a:rPr>
              <a:t>체크리스트 표준화</a:t>
            </a:r>
            <a:endParaRPr lang="en-US" altLang="ko-KR" sz="1600" b="1" spc="-15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1F497D">
                      <a:lumMod val="50000"/>
                    </a:srgbClr>
                  </a:gs>
                </a:gsLst>
                <a:lin ang="5400000" scaled="0"/>
              </a:gra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806536" y="3917930"/>
            <a:ext cx="1296913" cy="45258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i="1" u="sng" dirty="0" smtClean="0">
                <a:solidFill>
                  <a:schemeClr val="bg1"/>
                </a:solidFill>
              </a:rPr>
              <a:t>개선사항</a:t>
            </a:r>
            <a:endParaRPr lang="ko-KR" altLang="en-US" b="1" i="1" u="sng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F13B65-75F5-74C9-D408-DD5812350E70}"/>
              </a:ext>
            </a:extLst>
          </p:cNvPr>
          <p:cNvSpPr txBox="1"/>
          <p:nvPr/>
        </p:nvSpPr>
        <p:spPr>
          <a:xfrm>
            <a:off x="8264494" y="205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b="1" smtClean="0"/>
              <a:t>기획팀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331340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319250-4968-4fcd-8fac-1ac54932a7bf">
      <Terms xmlns="http://schemas.microsoft.com/office/infopath/2007/PartnerControls"/>
    </lcf76f155ced4ddcb4097134ff3c332f>
    <TaxCatchAll xmlns="cc02d2a7-d8fc-4d97-bd13-04860a86e70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E68F55BE1E634A8195EBAF9165A718" ma:contentTypeVersion="15" ma:contentTypeDescription="Create a new document." ma:contentTypeScope="" ma:versionID="45fa0cd7e2d9309bc5a8c1ae74ef9922">
  <xsd:schema xmlns:xsd="http://www.w3.org/2001/XMLSchema" xmlns:xs="http://www.w3.org/2001/XMLSchema" xmlns:p="http://schemas.microsoft.com/office/2006/metadata/properties" xmlns:ns2="d9319250-4968-4fcd-8fac-1ac54932a7bf" xmlns:ns3="cc02d2a7-d8fc-4d97-bd13-04860a86e707" targetNamespace="http://schemas.microsoft.com/office/2006/metadata/properties" ma:root="true" ma:fieldsID="8da18867ace524b40aa13cd2cda4a08a" ns2:_="" ns3:_="">
    <xsd:import namespace="d9319250-4968-4fcd-8fac-1ac54932a7bf"/>
    <xsd:import namespace="cc02d2a7-d8fc-4d97-bd13-04860a86e7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19250-4968-4fcd-8fac-1ac54932a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fdf2322-e5be-4c71-aa0e-ade480d240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02d2a7-d8fc-4d97-bd13-04860a86e70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0352a5d-2034-4ef2-8fac-52100d5bbc78}" ma:internalName="TaxCatchAll" ma:showField="CatchAllData" ma:web="cc02d2a7-d8fc-4d97-bd13-04860a86e7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28C2B8-A003-4BCE-892B-3C8B8FFBD2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203193-BB95-422A-9998-5BA68F9DC223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cc02d2a7-d8fc-4d97-bd13-04860a86e707"/>
    <ds:schemaRef ds:uri="http://schemas.microsoft.com/office/infopath/2007/PartnerControls"/>
    <ds:schemaRef ds:uri="d9319250-4968-4fcd-8fac-1ac54932a7bf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7429AD7-1DD9-4291-86FE-F2DA3C91387E}">
  <ds:schemaRefs>
    <ds:schemaRef ds:uri="cc02d2a7-d8fc-4d97-bd13-04860a86e707"/>
    <ds:schemaRef ds:uri="d9319250-4968-4fcd-8fac-1ac54932a7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118</Words>
  <Application>Microsoft Office PowerPoint</Application>
  <PresentationFormat>화면 슬라이드 쇼(4:3)</PresentationFormat>
  <Paragraphs>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10</cp:revision>
  <cp:lastPrinted>2025-06-09T22:49:45Z</cp:lastPrinted>
  <dcterms:created xsi:type="dcterms:W3CDTF">2019-10-24T04:42:23Z</dcterms:created>
  <dcterms:modified xsi:type="dcterms:W3CDTF">2025-10-21T08:13:39Z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0x010100A6E68F55BE1E634A8195EBAF9165A718</vt:lpwstr>
  </property>
  <property fmtid="{D5CDD505-2E9C-101B-9397-08002B2CF9AE}" pid="3" name="MediaServiceImageTags">
    <vt:lpwstr/>
  </property>
</Properties>
</file>