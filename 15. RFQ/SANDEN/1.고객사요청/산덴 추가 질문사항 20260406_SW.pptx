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7" r:id="rId4"/>
    <p:sldId id="261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3E1EE-88B5-81F7-07DB-B2BF759C0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0B3336-B43C-78C4-716C-44D23D290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69120A-BEDD-1F2E-8C6A-90302D27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51A39F-6191-41E7-DE4B-9B7D366F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8F6927-7663-B250-BA8C-34ADE6A0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21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BB232-B78B-767C-8EE3-7A683A7A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684717-2BD4-D6CE-D210-1F62D0796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0761CF-3003-B849-4BD2-9B699D77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881F36-78F9-A734-551A-608CFE97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D187F3-8F0F-C220-47AE-BA196C6A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562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7C55FA-0D6F-9DFF-5175-9BD8D1AA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2F82C6-6006-97F9-365B-F53DBD3C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233DB2-7379-01A1-4E89-CD2F9328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153C1-15FE-F10D-069E-9075663D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F90EF7-AC7C-C09F-A6E7-A461A3EE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E35219-2C9E-799C-F32A-649BBEDF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086951-3F7A-2E6F-B42B-8F1D1C945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B2A58F-D097-B2C9-1979-341D91AD7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F747A3-4CBA-AB2E-D2B0-983388F7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826BAA-478D-5E10-C872-512F622E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CDF774-CF08-FD2E-E1C6-C3ACB8DC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71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242F4-D320-F5C9-3A5E-7B7E5CDD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0B3C10-5F7D-A396-F86F-288E2C871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D8C61E-24C9-D8E7-A3F1-83D18D3BB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E693B8-F1D0-9BD6-FDE5-BA0B719D2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212CBB-0829-097A-7B66-1ABDDE8CB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609E00-BD88-D036-1D69-55F10DFA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518606-F4D5-0006-1148-E3394B6E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5AAF549-7D0D-20F3-001E-25B6414C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94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8E5A0-41C7-C694-6D08-5BE941AB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DB89CF-3A6F-93D1-B8B8-C4DD3425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A02543-9DD9-E259-23C9-4EBE056AC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8E0874-8E0F-512B-E6B1-3B1628BE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16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09FA9FD-4470-B7B5-0914-5F506027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933C71-D3E3-6A95-5116-A342907A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DDB127-C4CA-79BD-9740-81EE5801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3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51AE5C-5D69-4E76-A129-A94C1FC4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880729-CA46-16EF-3B2A-F00915B9F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D193DF-2069-77FC-4D58-0FAD75F26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62C687-2AB1-0924-A923-3DCEF646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3A5AEA-4B06-A7E8-18EA-5123D742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D6D714-1CEC-6BAD-52A4-C12956D8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423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703E7-82F1-3FEE-0E66-2D657652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B88AE2-0D37-D1BD-40D4-394CB0D64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360252-059C-F03B-C03F-4CF77018B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1FD19A-E9A2-D3D4-DBD5-A50C9590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4A61A5-C47C-CAD6-DA90-39BBD7D8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D75C1C-C6C7-36C6-0830-3FAC17094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55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F1FADD-04D7-B8F0-55CA-92EDE882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D01A16-12BC-5636-6115-D1AB9372B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D9CD4D-1898-4D1C-FC54-53318695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AF7B7F-277F-004E-587E-12F6FBAA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5A6F6A-03C9-0C6D-C2CE-AF5020C9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33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8F3E63-128A-D9F1-A776-113D29B0B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A836F2-8FBE-44FD-836E-198E15A0B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67617A-7A3E-B24E-E6E1-80BA5919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50ED48-4B9F-3DF5-CED1-EF2B9FD8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B6F978-0EAD-651A-178F-3C7842BE5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732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8368D7-9057-077D-5E89-CA8484D7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442742-6EE3-CE7B-4487-18B03E0EB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BE86FE-B8F2-A9A8-8944-B42C515D8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A1018-52E3-435A-86E9-11C22F9A74E6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A68BB0-EEC7-4957-6AF5-AA07B719B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8DBE1-0DBD-CF31-0830-EED9297C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37806-3A86-4BC2-9E31-43CB3B8D3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35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05AB9E0-7B47-268A-A600-33A48AD9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11" y="3143803"/>
            <a:ext cx="4415978" cy="307705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59C090-0D7C-8B59-7289-CD1C2B2847C3}"/>
              </a:ext>
            </a:extLst>
          </p:cNvPr>
          <p:cNvSpPr txBox="1"/>
          <p:nvPr/>
        </p:nvSpPr>
        <p:spPr>
          <a:xfrm>
            <a:off x="318051" y="632466"/>
            <a:ext cx="11346511" cy="1708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500" dirty="0">
                <a:latin typeface="Meiryo UI" panose="020B0604030504040204" pitchFamily="50" charset="-128"/>
              </a:rPr>
              <a:t>제안해주신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PTC </a:t>
            </a:r>
            <a:r>
              <a:rPr lang="ko-KR" altLang="en-US" sz="1500" dirty="0">
                <a:latin typeface="Meiryo UI" panose="020B0604030504040204" pitchFamily="50" charset="-128"/>
              </a:rPr>
              <a:t>히터를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HVAC</a:t>
            </a:r>
            <a:r>
              <a:rPr lang="ko-KR" altLang="en-US" sz="1500" dirty="0">
                <a:latin typeface="Meiryo UI" panose="020B0604030504040204" pitchFamily="50" charset="-128"/>
              </a:rPr>
              <a:t>에 장착한 상태로 차량 탑재성을 확인한 결과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, </a:t>
            </a:r>
            <a:r>
              <a:rPr lang="ko-KR" altLang="en-US" sz="1500" dirty="0">
                <a:latin typeface="Meiryo UI" panose="020B0604030504040204" pitchFamily="50" charset="-128"/>
              </a:rPr>
              <a:t>일부 차량 부품과 간섭이 발생하는 것으로 판명되었습니다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 </a:t>
            </a:r>
            <a:r>
              <a:rPr lang="ko-KR" altLang="en-US" sz="1500" dirty="0">
                <a:latin typeface="Meiryo UI" panose="020B0604030504040204" pitchFamily="50" charset="-128"/>
              </a:rPr>
              <a:t>이에 따라 다음과 같은 대응을 부탁드립니다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endParaRPr lang="en-US" altLang="ko-KR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buNone/>
            </a:pP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■ </a:t>
            </a:r>
            <a:r>
              <a:rPr lang="ko-KR" altLang="en-US" sz="1500" dirty="0">
                <a:latin typeface="Meiryo UI" panose="020B0604030504040204" pitchFamily="50" charset="-128"/>
              </a:rPr>
              <a:t>의뢰 내용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:</a:t>
            </a:r>
            <a:r>
              <a:rPr lang="ko-KR" altLang="en-US" sz="1500" dirty="0">
                <a:latin typeface="Meiryo UI" panose="020B0604030504040204" pitchFamily="50" charset="-128"/>
              </a:rPr>
              <a:t> 현재 제안 중인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PTC </a:t>
            </a:r>
            <a:r>
              <a:rPr lang="ko-KR" altLang="en-US" sz="1500" dirty="0">
                <a:latin typeface="Meiryo UI" panose="020B0604030504040204" pitchFamily="50" charset="-128"/>
              </a:rPr>
              <a:t>히터에 대해 아래와 같이 사양 변경을 요청드립니다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① </a:t>
            </a:r>
            <a:r>
              <a:rPr lang="ko-KR" altLang="en-US" sz="1500" dirty="0">
                <a:latin typeface="Meiryo UI" panose="020B0604030504040204" pitchFamily="50" charset="-128"/>
              </a:rPr>
              <a:t>코어 사이즈를 하기와 같이 변경 가능하신지요</a:t>
            </a:r>
            <a:r>
              <a:rPr lang="en-US" altLang="ko-KR" sz="1500" dirty="0">
                <a:latin typeface="Meiryo UI" panose="020B0604030504040204" pitchFamily="50" charset="-128"/>
              </a:rPr>
              <a:t>?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ko-KR" altLang="en-US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제어부사이즈는 문제없습니다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    </a:t>
            </a:r>
            <a:r>
              <a:rPr lang="ko-KR" altLang="en-US" sz="1500" dirty="0">
                <a:latin typeface="Meiryo UI" panose="020B0604030504040204" pitchFamily="50" charset="-128"/>
              </a:rPr>
              <a:t>상기 변경 시에도 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5kW (350V, 0℃, 300kg/h)</a:t>
            </a:r>
            <a:r>
              <a:rPr lang="ko-KR" altLang="en-US" sz="1500" dirty="0">
                <a:latin typeface="Meiryo UI" panose="020B0604030504040204" pitchFamily="50" charset="-128"/>
              </a:rPr>
              <a:t> 출력이 가능한지 확인 부탁드립니다</a:t>
            </a:r>
            <a:r>
              <a:rPr lang="en-US" altLang="ko-KR" sz="1500" dirty="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</a:p>
          <a:p>
            <a:pPr>
              <a:buNone/>
            </a:pPr>
            <a:endParaRPr lang="en-US" altLang="ko-KR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26F790B-900F-88A9-E6DC-3DD1156EFC74}"/>
              </a:ext>
            </a:extLst>
          </p:cNvPr>
          <p:cNvSpPr/>
          <p:nvPr/>
        </p:nvSpPr>
        <p:spPr>
          <a:xfrm>
            <a:off x="340468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030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3F64-37AC-2A12-6E85-FF39D07C7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A36E3F-E29A-E130-C31C-AEAB12120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28" y="7172"/>
            <a:ext cx="12192000" cy="684365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6CB13C1-F6A4-4A27-250B-4A7B490689FD}"/>
              </a:ext>
            </a:extLst>
          </p:cNvPr>
          <p:cNvSpPr/>
          <p:nvPr/>
        </p:nvSpPr>
        <p:spPr>
          <a:xfrm>
            <a:off x="301556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4DEC87-D443-06E1-5873-510D94377B6E}"/>
              </a:ext>
            </a:extLst>
          </p:cNvPr>
          <p:cNvSpPr txBox="1"/>
          <p:nvPr/>
        </p:nvSpPr>
        <p:spPr>
          <a:xfrm>
            <a:off x="252918" y="622572"/>
            <a:ext cx="11070077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600" dirty="0"/>
              <a:t>유사품을 의 전압에 따른 전력변화데이터를 보내주셨습니다만</a:t>
            </a:r>
            <a:r>
              <a:rPr lang="en-US" altLang="ko-KR" sz="1600" dirty="0"/>
              <a:t>, </a:t>
            </a:r>
            <a:r>
              <a:rPr lang="ko-KR" altLang="en-US" sz="1600" dirty="0"/>
              <a:t>우리산업 양산품중 어느 제품을 선정하셔서 데이트를 주셨는지 알려주시면 감사하겠습니다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하기 라인업중 어느 제품인지요</a:t>
            </a:r>
            <a:r>
              <a:rPr lang="en-US" altLang="ko-KR" sz="1600" dirty="0"/>
              <a:t>?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78521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E1DC1BD-4050-97DE-0556-5E0B25BF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5" y="0"/>
            <a:ext cx="11991109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909E0A-4A88-6654-4951-9540F15E6B95}"/>
              </a:ext>
            </a:extLst>
          </p:cNvPr>
          <p:cNvSpPr/>
          <p:nvPr/>
        </p:nvSpPr>
        <p:spPr>
          <a:xfrm>
            <a:off x="340468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6653F1-29C0-F73B-A2B3-EC24D87B616F}"/>
              </a:ext>
            </a:extLst>
          </p:cNvPr>
          <p:cNvSpPr txBox="1"/>
          <p:nvPr/>
        </p:nvSpPr>
        <p:spPr>
          <a:xfrm>
            <a:off x="262645" y="666983"/>
            <a:ext cx="11430002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제시해주신 아래의 </a:t>
            </a:r>
            <a:r>
              <a:rPr lang="en-US" altLang="ko-KR" dirty="0"/>
              <a:t>LIN </a:t>
            </a:r>
            <a:r>
              <a:rPr lang="ko-KR" altLang="en-US" dirty="0"/>
              <a:t>통신 정보와 관련하여</a:t>
            </a:r>
            <a:r>
              <a:rPr lang="en-US" altLang="ko-KR" dirty="0"/>
              <a:t>, </a:t>
            </a:r>
            <a:r>
              <a:rPr lang="ko-KR" altLang="en-US" dirty="0"/>
              <a:t>타사 프로젝트 사례 중 </a:t>
            </a:r>
            <a:r>
              <a:rPr lang="en-US" altLang="ko-KR" b="1" dirty="0"/>
              <a:t>【</a:t>
            </a:r>
            <a:r>
              <a:rPr lang="ko-KR" altLang="en-US" b="1" dirty="0"/>
              <a:t>동작 대기 상태</a:t>
            </a:r>
            <a:r>
              <a:rPr lang="en-US" altLang="ko-KR" b="1" dirty="0"/>
              <a:t>】</a:t>
            </a:r>
            <a:r>
              <a:rPr lang="ko-KR" altLang="en-US" dirty="0"/>
              <a:t> 등의 지시를 추가한 사례가 과거에 있었는지</a:t>
            </a:r>
            <a:r>
              <a:rPr lang="en-US" altLang="ko-KR" dirty="0"/>
              <a:t>, </a:t>
            </a:r>
            <a:r>
              <a:rPr lang="ko-KR" altLang="en-US" dirty="0"/>
              <a:t>만약 추가된 사례가 있다면 어떤 지시 내용이었는지 가능한 범위 내에서 알려주시기 바랍니다</a:t>
            </a:r>
            <a:r>
              <a:rPr lang="en-US" altLang="ko-KR" dirty="0"/>
              <a:t>.</a:t>
            </a:r>
            <a:endParaRPr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FDA105C-F646-933C-885F-5FDC9ABCE0D5}"/>
              </a:ext>
            </a:extLst>
          </p:cNvPr>
          <p:cNvSpPr/>
          <p:nvPr/>
        </p:nvSpPr>
        <p:spPr>
          <a:xfrm>
            <a:off x="2266545" y="1590313"/>
            <a:ext cx="135538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통신정보 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120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909E0A-4A88-6654-4951-9540F15E6B95}"/>
              </a:ext>
            </a:extLst>
          </p:cNvPr>
          <p:cNvSpPr/>
          <p:nvPr/>
        </p:nvSpPr>
        <p:spPr>
          <a:xfrm>
            <a:off x="340468" y="155643"/>
            <a:ext cx="1926077" cy="4280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의뢰내용</a:t>
            </a:r>
            <a:r>
              <a:rPr kumimoji="1" lang="en-US" altLang="ko-KR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6">
            <a:extLst>
              <a:ext uri="{FF2B5EF4-FFF2-40B4-BE49-F238E27FC236}">
                <a16:creationId xmlns:a16="http://schemas.microsoft.com/office/drawing/2014/main" id="{2C6653F1-29C0-F73B-A2B3-EC24D87B616F}"/>
              </a:ext>
            </a:extLst>
          </p:cNvPr>
          <p:cNvSpPr txBox="1"/>
          <p:nvPr/>
        </p:nvSpPr>
        <p:spPr>
          <a:xfrm>
            <a:off x="262645" y="666983"/>
            <a:ext cx="11430002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제시해주신 아래의 </a:t>
            </a:r>
            <a:r>
              <a:rPr lang="en-US" altLang="ko-KR" dirty="0"/>
              <a:t>LIN </a:t>
            </a:r>
            <a:r>
              <a:rPr lang="ko-KR" altLang="en-US" dirty="0"/>
              <a:t>통신 정보와 관련하여</a:t>
            </a:r>
            <a:r>
              <a:rPr lang="en-US" altLang="ko-KR" dirty="0"/>
              <a:t>, </a:t>
            </a:r>
            <a:r>
              <a:rPr lang="ko-KR" altLang="en-US" dirty="0"/>
              <a:t>타사 프로젝트 사례 중 </a:t>
            </a:r>
            <a:r>
              <a:rPr lang="en-US" altLang="ko-KR" b="1" dirty="0"/>
              <a:t>【</a:t>
            </a:r>
            <a:r>
              <a:rPr lang="ko-KR" altLang="en-US" b="1" dirty="0"/>
              <a:t>동작 대기 상태</a:t>
            </a:r>
            <a:r>
              <a:rPr lang="en-US" altLang="ko-KR" b="1" dirty="0"/>
              <a:t>】</a:t>
            </a:r>
            <a:r>
              <a:rPr lang="ko-KR" altLang="en-US" dirty="0"/>
              <a:t> 등의 지시를 추가한 사례가 과거에 있었는지</a:t>
            </a:r>
            <a:r>
              <a:rPr lang="en-US" altLang="ko-KR" dirty="0"/>
              <a:t>, </a:t>
            </a:r>
            <a:r>
              <a:rPr lang="ko-KR" altLang="en-US" dirty="0"/>
              <a:t>만약 추가된 사례가 있다면 어떤 지시 내용이었는지 가능한 범위 내에서 알려주시기 바랍니다</a:t>
            </a:r>
            <a:r>
              <a:rPr lang="en-US" altLang="ko-KR" dirty="0"/>
              <a:t>.</a:t>
            </a:r>
            <a:endParaRPr lang="ja-JP" altLang="en-US" dirty="0"/>
          </a:p>
        </p:txBody>
      </p:sp>
      <p:sp>
        <p:nvSpPr>
          <p:cNvPr id="10" name="テキスト ボックス 6">
            <a:extLst>
              <a:ext uri="{FF2B5EF4-FFF2-40B4-BE49-F238E27FC236}">
                <a16:creationId xmlns:a16="http://schemas.microsoft.com/office/drawing/2014/main" id="{2C6653F1-29C0-F73B-A2B3-EC24D87B616F}"/>
              </a:ext>
            </a:extLst>
          </p:cNvPr>
          <p:cNvSpPr txBox="1"/>
          <p:nvPr/>
        </p:nvSpPr>
        <p:spPr>
          <a:xfrm>
            <a:off x="340467" y="1673636"/>
            <a:ext cx="711327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smtClean="0"/>
              <a:t>A: </a:t>
            </a:r>
            <a:r>
              <a:rPr lang="ko-KR" altLang="en-US" dirty="0" smtClean="0"/>
              <a:t>동작대기상태의 지령을 상위 명령으로 받는 경우는 전무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하지만 </a:t>
            </a:r>
            <a:r>
              <a:rPr lang="en-US" altLang="ko-KR" dirty="0" smtClean="0"/>
              <a:t>‘SW State Machine</a:t>
            </a:r>
            <a:r>
              <a:rPr lang="ko-KR" altLang="en-US" dirty="0" smtClean="0"/>
              <a:t> 동작 대기 상태 존재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시퀀스 다이어그램 및 상태 전의 조건 요약 참조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당사 고유 작동 알고리즘 유출 방지를 위해 자세한 부분 생략</a:t>
            </a:r>
            <a:endParaRPr lang="ja-JP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000000-0008-0000-0700-0000070000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8" t="7018" r="29696" b="29282"/>
          <a:stretch/>
        </p:blipFill>
        <p:spPr>
          <a:xfrm>
            <a:off x="8002903" y="1707297"/>
            <a:ext cx="2277169" cy="491517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90" y="3101536"/>
            <a:ext cx="7111154" cy="202464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5753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204</Words>
  <Application>Microsoft Office PowerPoint</Application>
  <PresentationFormat>와이드스크린</PresentationFormat>
  <Paragraphs>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Meiryo UI</vt:lpstr>
      <vt:lpstr>游ゴシック</vt:lpstr>
      <vt:lpstr>游ゴシック Light</vt:lpstr>
      <vt:lpstr>맑은 고딕</vt:lpstr>
      <vt:lpstr>Arial</vt:lpstr>
      <vt:lpstr>Office テーマ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崔 秉雨</dc:creator>
  <cp:lastModifiedBy>Woory</cp:lastModifiedBy>
  <cp:revision>6</cp:revision>
  <dcterms:created xsi:type="dcterms:W3CDTF">2026-04-03T01:30:34Z</dcterms:created>
  <dcterms:modified xsi:type="dcterms:W3CDTF">2026-04-06T07:53:06Z</dcterms:modified>
</cp:coreProperties>
</file>